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ore0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metadata/core-properties" Target="docProps/core0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</p:sldIdLst>
  <p:sldSz cx="7554913" cy="10691813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38" d="100"/>
          <a:sy n="38" d="100"/>
        </p:scale>
        <p:origin x="231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377640" y="412200"/>
            <a:ext cx="6799680" cy="1725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377640" y="2417760"/>
            <a:ext cx="6799680" cy="5992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377640" y="412200"/>
            <a:ext cx="6799680" cy="1725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en-US" sz="44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377640" y="2417760"/>
            <a:ext cx="6799680" cy="5992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: Shape 3"/>
          <p:cNvSpPr/>
          <p:nvPr/>
        </p:nvSpPr>
        <p:spPr>
          <a:xfrm>
            <a:off x="0" y="-1080"/>
            <a:ext cx="1524240" cy="10693800"/>
          </a:xfrm>
          <a:custGeom>
            <a:avLst/>
            <a:gdLst/>
            <a:ahLst/>
            <a:cxnLst/>
            <a:rect l="0" t="0" r="r" b="b"/>
            <a:pathLst>
              <a:path w="4234" h="29705">
                <a:moveTo>
                  <a:pt x="0" y="29705"/>
                </a:moveTo>
                <a:lnTo>
                  <a:pt x="4234" y="29705"/>
                </a:lnTo>
                <a:lnTo>
                  <a:pt x="4234" y="0"/>
                </a:lnTo>
                <a:lnTo>
                  <a:pt x="0" y="0"/>
                </a:lnTo>
                <a:lnTo>
                  <a:pt x="0" y="29705"/>
                </a:lnTo>
                <a:close/>
              </a:path>
            </a:pathLst>
          </a:custGeom>
          <a:solidFill>
            <a:srgbClr val="789C30"/>
          </a:solidFill>
          <a:ln w="12600">
            <a:solidFill>
              <a:srgbClr val="789C30"/>
            </a:solidFill>
            <a:miter/>
          </a:ln>
        </p:spPr>
        <p:txBody>
          <a:bodyPr lIns="6120" tIns="6120" rIns="6120" bIns="612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reeform: Shape 4"/>
          <p:cNvSpPr/>
          <p:nvPr/>
        </p:nvSpPr>
        <p:spPr>
          <a:xfrm>
            <a:off x="0" y="-12960"/>
            <a:ext cx="1524240" cy="10388880"/>
          </a:xfrm>
          <a:custGeom>
            <a:avLst/>
            <a:gdLst/>
            <a:ahLst/>
            <a:cxnLst/>
            <a:rect l="0" t="0" r="r" b="b"/>
            <a:pathLst>
              <a:path w="4234" h="28858">
                <a:moveTo>
                  <a:pt x="0" y="0"/>
                </a:moveTo>
                <a:lnTo>
                  <a:pt x="4234" y="0"/>
                </a:lnTo>
                <a:lnTo>
                  <a:pt x="4234" y="28858"/>
                </a:lnTo>
                <a:lnTo>
                  <a:pt x="0" y="28858"/>
                </a:lnTo>
                <a:lnTo>
                  <a:pt x="0" y="0"/>
                </a:lnTo>
                <a:close/>
              </a:path>
            </a:pathLst>
          </a:custGeom>
          <a:solidFill>
            <a:srgbClr val="789C3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Freeform: Shape 5"/>
          <p:cNvSpPr/>
          <p:nvPr/>
        </p:nvSpPr>
        <p:spPr>
          <a:xfrm>
            <a:off x="1670040" y="1720800"/>
            <a:ext cx="38160" cy="355680"/>
          </a:xfrm>
          <a:custGeom>
            <a:avLst/>
            <a:gdLst/>
            <a:ahLst/>
            <a:cxnLst/>
            <a:rect l="0" t="0" r="r" b="b"/>
            <a:pathLst>
              <a:path w="106" h="988">
                <a:moveTo>
                  <a:pt x="0" y="0"/>
                </a:moveTo>
                <a:lnTo>
                  <a:pt x="106" y="0"/>
                </a:lnTo>
                <a:lnTo>
                  <a:pt x="106" y="988"/>
                </a:lnTo>
                <a:lnTo>
                  <a:pt x="0" y="988"/>
                </a:lnTo>
                <a:lnTo>
                  <a:pt x="0" y="0"/>
                </a:lnTo>
                <a:close/>
              </a:path>
            </a:pathLst>
          </a:custGeom>
          <a:noFill/>
          <a:ln w="37800">
            <a:solidFill>
              <a:srgbClr val="FFFFFF"/>
            </a:solidFill>
            <a:miter/>
          </a:ln>
        </p:spPr>
        <p:txBody>
          <a:bodyPr lIns="18720" tIns="18720" rIns="18720" bIns="1872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676520" y="350280"/>
            <a:ext cx="2238120" cy="532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r>
              <a:rPr lang="en-US" sz="3600" b="1" strike="noStrike" spc="-1">
                <a:solidFill>
                  <a:srgbClr val="789C30"/>
                </a:solidFill>
                <a:latin typeface="CenturyGothic"/>
                <a:ea typeface="CenturyGothic"/>
              </a:rPr>
              <a:t>Janani TJ</a:t>
            </a:r>
            <a:endParaRPr lang="en-US" sz="36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676520" y="1915200"/>
            <a:ext cx="5458320" cy="163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r>
              <a:rPr lang="en-US" sz="1100" b="0" strike="noStrike" spc="-1">
                <a:solidFill>
                  <a:srgbClr val="000000"/>
                </a:solidFill>
                <a:latin typeface="CenturyGothic"/>
                <a:ea typeface="CenturyGothic"/>
              </a:rPr>
              <a:t>To be a part of an organization where process of learning never ends with my</a:t>
            </a:r>
            <a:endParaRPr lang="en-US" sz="11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676520" y="2118240"/>
            <a:ext cx="5636520" cy="163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r>
              <a:rPr lang="en-US" sz="1100" b="0" strike="noStrike" spc="-1">
                <a:solidFill>
                  <a:srgbClr val="000000"/>
                </a:solidFill>
                <a:latin typeface="CenturyGothic"/>
                <a:ea typeface="CenturyGothic"/>
              </a:rPr>
              <a:t>creativity takes wing to unexpected height and work for my company growth by</a:t>
            </a:r>
            <a:endParaRPr lang="en-US" sz="11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Freeform: Shape 9"/>
          <p:cNvSpPr/>
          <p:nvPr/>
        </p:nvSpPr>
        <p:spPr>
          <a:xfrm>
            <a:off x="1828440" y="2501640"/>
            <a:ext cx="13320" cy="2121480"/>
          </a:xfrm>
          <a:custGeom>
            <a:avLst/>
            <a:gdLst/>
            <a:ahLst/>
            <a:cxnLst/>
            <a:rect l="0" t="0" r="r" b="b"/>
            <a:pathLst>
              <a:path w="37" h="5893">
                <a:moveTo>
                  <a:pt x="0" y="0"/>
                </a:moveTo>
                <a:lnTo>
                  <a:pt x="37" y="0"/>
                </a:lnTo>
                <a:lnTo>
                  <a:pt x="37" y="5893"/>
                </a:lnTo>
                <a:lnTo>
                  <a:pt x="0" y="5893"/>
                </a:lnTo>
                <a:lnTo>
                  <a:pt x="0" y="0"/>
                </a:lnTo>
                <a:close/>
              </a:path>
            </a:pathLst>
          </a:custGeom>
          <a:solidFill>
            <a:srgbClr val="CCCCCC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" name="Freeform: Shape 10"/>
          <p:cNvSpPr/>
          <p:nvPr/>
        </p:nvSpPr>
        <p:spPr>
          <a:xfrm>
            <a:off x="1815840" y="2501640"/>
            <a:ext cx="64080" cy="343440"/>
          </a:xfrm>
          <a:custGeom>
            <a:avLst/>
            <a:gdLst/>
            <a:ahLst/>
            <a:cxnLst/>
            <a:rect l="0" t="0" r="r" b="b"/>
            <a:pathLst>
              <a:path w="178" h="954">
                <a:moveTo>
                  <a:pt x="0" y="0"/>
                </a:moveTo>
                <a:lnTo>
                  <a:pt x="178" y="0"/>
                </a:lnTo>
                <a:lnTo>
                  <a:pt x="178" y="954"/>
                </a:lnTo>
                <a:lnTo>
                  <a:pt x="0" y="95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" name="Freeform: Shape 11"/>
          <p:cNvSpPr/>
          <p:nvPr/>
        </p:nvSpPr>
        <p:spPr>
          <a:xfrm>
            <a:off x="1822320" y="2508120"/>
            <a:ext cx="51120" cy="330480"/>
          </a:xfrm>
          <a:custGeom>
            <a:avLst/>
            <a:gdLst/>
            <a:ahLst/>
            <a:cxnLst/>
            <a:rect l="0" t="0" r="r" b="b"/>
            <a:pathLst>
              <a:path w="142" h="918">
                <a:moveTo>
                  <a:pt x="0" y="0"/>
                </a:moveTo>
                <a:lnTo>
                  <a:pt x="142" y="0"/>
                </a:lnTo>
                <a:lnTo>
                  <a:pt x="142" y="918"/>
                </a:lnTo>
                <a:lnTo>
                  <a:pt x="0" y="918"/>
                </a:lnTo>
                <a:lnTo>
                  <a:pt x="0" y="0"/>
                </a:lnTo>
                <a:close/>
              </a:path>
            </a:pathLst>
          </a:custGeom>
          <a:noFill/>
          <a:ln w="12600">
            <a:solidFill>
              <a:srgbClr val="FFFFFF"/>
            </a:solidFill>
            <a:miter/>
          </a:ln>
        </p:spPr>
        <p:txBody>
          <a:bodyPr lIns="6120" tIns="6120" rIns="6120" bIns="612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676520" y="2321280"/>
            <a:ext cx="2605320" cy="163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r>
              <a:rPr lang="en-US" sz="1100" b="0" strike="noStrike" spc="-1">
                <a:solidFill>
                  <a:srgbClr val="000000"/>
                </a:solidFill>
                <a:latin typeface="CenturyGothic"/>
                <a:ea typeface="CenturyGothic"/>
              </a:rPr>
              <a:t>maximizing my technical knowledge.</a:t>
            </a:r>
            <a:endParaRPr lang="en-US" sz="11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158920" y="2707200"/>
            <a:ext cx="784080" cy="235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r>
              <a:rPr lang="en-US" sz="1600" b="1" strike="noStrike" spc="-1">
                <a:solidFill>
                  <a:srgbClr val="789C30"/>
                </a:solidFill>
                <a:latin typeface="CenturyGothic"/>
                <a:ea typeface="CenturyGothic"/>
              </a:rPr>
              <a:t>SKILLS</a:t>
            </a:r>
            <a:endParaRPr lang="en-US" sz="16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362320" y="3108960"/>
            <a:ext cx="491400" cy="163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r>
              <a:rPr lang="en-US" sz="1100" b="0" strike="noStrike" spc="-1">
                <a:solidFill>
                  <a:srgbClr val="000000"/>
                </a:solidFill>
                <a:latin typeface="CenturyGothic"/>
                <a:ea typeface="CenturyGothic"/>
              </a:rPr>
              <a:t>COBOL</a:t>
            </a:r>
            <a:endParaRPr lang="en-US" sz="11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146320" y="3097080"/>
            <a:ext cx="151920" cy="178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r>
              <a:rPr lang="en-US" sz="1200" b="0" strike="noStrike" spc="-1">
                <a:solidFill>
                  <a:srgbClr val="000000"/>
                </a:solidFill>
                <a:latin typeface="CenturyGothic"/>
                <a:ea typeface="CenturyGothic"/>
              </a:rPr>
              <a:t>•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362320" y="3375720"/>
            <a:ext cx="294840" cy="163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r>
              <a:rPr lang="en-US" sz="1100" b="0" strike="noStrike" spc="-1">
                <a:solidFill>
                  <a:srgbClr val="000000"/>
                </a:solidFill>
                <a:latin typeface="CenturyGothic"/>
                <a:ea typeface="CenturyGothic"/>
              </a:rPr>
              <a:t>DB2</a:t>
            </a:r>
            <a:endParaRPr lang="en-US" sz="11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2146320" y="3363840"/>
            <a:ext cx="151920" cy="178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r>
              <a:rPr lang="en-US" sz="1200" b="0" strike="noStrike" spc="-1">
                <a:solidFill>
                  <a:srgbClr val="000000"/>
                </a:solidFill>
                <a:latin typeface="CenturyGothic"/>
                <a:ea typeface="CenturyGothic"/>
              </a:rPr>
              <a:t>•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362320" y="3642120"/>
            <a:ext cx="217080" cy="163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r>
              <a:rPr lang="en-US" sz="1100" b="0" strike="noStrike" spc="-1">
                <a:solidFill>
                  <a:srgbClr val="000000"/>
                </a:solidFill>
                <a:latin typeface="CenturyGothic"/>
                <a:ea typeface="CenturyGothic"/>
              </a:rPr>
              <a:t>JCL</a:t>
            </a:r>
            <a:endParaRPr lang="en-US" sz="11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2146320" y="3630600"/>
            <a:ext cx="151920" cy="178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r>
              <a:rPr lang="en-US" sz="1200" b="0" strike="noStrike" spc="-1">
                <a:solidFill>
                  <a:srgbClr val="000000"/>
                </a:solidFill>
                <a:latin typeface="CenturyGothic"/>
                <a:ea typeface="CenturyGothic"/>
              </a:rPr>
              <a:t>•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2362320" y="3908880"/>
            <a:ext cx="401400" cy="163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r>
              <a:rPr lang="en-US" sz="1100" b="0" strike="noStrike" spc="-1">
                <a:solidFill>
                  <a:srgbClr val="000000"/>
                </a:solidFill>
                <a:latin typeface="CenturyGothic"/>
                <a:ea typeface="CenturyGothic"/>
              </a:rPr>
              <a:t>VSAM</a:t>
            </a:r>
            <a:endParaRPr lang="en-US" sz="11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146320" y="3897000"/>
            <a:ext cx="151920" cy="178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r>
              <a:rPr lang="en-US" sz="1200" b="0" strike="noStrike" spc="-1">
                <a:solidFill>
                  <a:srgbClr val="000000"/>
                </a:solidFill>
                <a:latin typeface="CenturyGothic"/>
                <a:ea typeface="CenturyGothic"/>
              </a:rPr>
              <a:t>•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2362320" y="4175640"/>
            <a:ext cx="325440" cy="163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r>
              <a:rPr lang="en-US" sz="1100" b="0" strike="noStrike" spc="-1">
                <a:solidFill>
                  <a:srgbClr val="000000"/>
                </a:solidFill>
                <a:latin typeface="CenturyGothic"/>
                <a:ea typeface="CenturyGothic"/>
              </a:rPr>
              <a:t>CICS</a:t>
            </a:r>
            <a:endParaRPr lang="en-US" sz="11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2146320" y="4163760"/>
            <a:ext cx="151920" cy="178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r>
              <a:rPr lang="en-US" sz="1200" b="0" strike="noStrike" spc="-1">
                <a:solidFill>
                  <a:srgbClr val="000000"/>
                </a:solidFill>
                <a:latin typeface="CenturyGothic"/>
                <a:ea typeface="CenturyGothic"/>
              </a:rPr>
              <a:t>•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2362320" y="4442400"/>
            <a:ext cx="498960" cy="163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r>
              <a:rPr lang="en-US" sz="1100" b="0" strike="noStrike" spc="-1">
                <a:solidFill>
                  <a:srgbClr val="000000"/>
                </a:solidFill>
                <a:latin typeface="CenturyGothic"/>
                <a:ea typeface="CenturyGothic"/>
              </a:rPr>
              <a:t>IMS DB</a:t>
            </a:r>
            <a:endParaRPr lang="en-US" sz="11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" name="Freeform: Shape 25"/>
          <p:cNvSpPr/>
          <p:nvPr/>
        </p:nvSpPr>
        <p:spPr>
          <a:xfrm>
            <a:off x="1828440" y="4622760"/>
            <a:ext cx="13320" cy="5753160"/>
          </a:xfrm>
          <a:custGeom>
            <a:avLst/>
            <a:gdLst/>
            <a:ahLst/>
            <a:cxnLst/>
            <a:rect l="0" t="0" r="r" b="b"/>
            <a:pathLst>
              <a:path w="37" h="15981">
                <a:moveTo>
                  <a:pt x="0" y="0"/>
                </a:moveTo>
                <a:lnTo>
                  <a:pt x="37" y="0"/>
                </a:lnTo>
                <a:lnTo>
                  <a:pt x="37" y="15981"/>
                </a:lnTo>
                <a:lnTo>
                  <a:pt x="0" y="15981"/>
                </a:lnTo>
                <a:lnTo>
                  <a:pt x="0" y="0"/>
                </a:lnTo>
                <a:close/>
              </a:path>
            </a:pathLst>
          </a:custGeom>
          <a:solidFill>
            <a:srgbClr val="CCCCCC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2146320" y="4430520"/>
            <a:ext cx="151920" cy="178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r>
              <a:rPr lang="en-US" sz="1200" b="0" strike="noStrike" spc="-1">
                <a:solidFill>
                  <a:srgbClr val="000000"/>
                </a:solidFill>
                <a:latin typeface="CenturyGothic"/>
                <a:ea typeface="CenturyGothic"/>
              </a:rPr>
              <a:t>•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2158920" y="4827960"/>
            <a:ext cx="1472760" cy="235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r>
              <a:rPr lang="en-US" sz="1600" b="1" strike="noStrike" spc="-1">
                <a:solidFill>
                  <a:srgbClr val="789C30"/>
                </a:solidFill>
                <a:latin typeface="CenturyGothic"/>
                <a:ea typeface="CenturyGothic"/>
              </a:rPr>
              <a:t>Work history</a:t>
            </a:r>
            <a:endParaRPr lang="en-US" sz="16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234720" y="5242320"/>
            <a:ext cx="1399680" cy="163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r>
              <a:rPr lang="en-US" sz="1100" b="1" strike="noStrike" spc="-1">
                <a:solidFill>
                  <a:srgbClr val="FFFFFF"/>
                </a:solidFill>
                <a:latin typeface="CenturyGothic"/>
                <a:ea typeface="CenturyGothic"/>
              </a:rPr>
              <a:t>2021-07 - Current</a:t>
            </a:r>
            <a:endParaRPr lang="en-US" sz="11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2158920" y="5207040"/>
            <a:ext cx="2076480" cy="209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r>
              <a:rPr lang="en-US" sz="1400" b="1" strike="noStrike" spc="-1">
                <a:solidFill>
                  <a:srgbClr val="000000"/>
                </a:solidFill>
                <a:latin typeface="CenturyGothic"/>
                <a:ea typeface="CenturyGothic"/>
              </a:rPr>
              <a:t>Programmer Analyst</a:t>
            </a:r>
            <a:endParaRPr lang="en-U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2158920" y="5433120"/>
            <a:ext cx="701640" cy="163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r>
              <a:rPr lang="en-US" sz="1100" b="0" i="1" strike="noStrike" spc="-1">
                <a:solidFill>
                  <a:srgbClr val="000000"/>
                </a:solidFill>
                <a:latin typeface="CenturyGothic"/>
                <a:ea typeface="CenturyGothic"/>
              </a:rPr>
              <a:t>Cognizant</a:t>
            </a:r>
            <a:endParaRPr lang="en-US" sz="11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2158920" y="8074440"/>
            <a:ext cx="1163520" cy="163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r>
              <a:rPr lang="en-US" sz="1100" b="1" strike="noStrike" spc="-1">
                <a:solidFill>
                  <a:srgbClr val="000000"/>
                </a:solidFill>
                <a:latin typeface="CenturyGothic"/>
                <a:ea typeface="CenturyGothic"/>
              </a:rPr>
              <a:t>Project Details</a:t>
            </a:r>
            <a:endParaRPr lang="en-US" sz="11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2362320" y="5636160"/>
            <a:ext cx="4519440" cy="163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r>
              <a:rPr lang="en-US" sz="1100" b="0" strike="noStrike" spc="-1">
                <a:solidFill>
                  <a:srgbClr val="000000"/>
                </a:solidFill>
                <a:latin typeface="CenturyGothic"/>
                <a:ea typeface="CenturyGothic"/>
              </a:rPr>
              <a:t>Trained in Cognizant Application Development and Maintenance</a:t>
            </a:r>
            <a:endParaRPr lang="en-US" sz="11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2362320" y="5839200"/>
            <a:ext cx="3880800" cy="163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r>
              <a:rPr lang="en-US" sz="1100" b="0" strike="noStrike" spc="-1">
                <a:solidFill>
                  <a:srgbClr val="000000"/>
                </a:solidFill>
                <a:latin typeface="CenturyGothic"/>
                <a:ea typeface="CenturyGothic"/>
              </a:rPr>
              <a:t>(ADM) on Mainframe: COBOL, JCL, VSAM, DB2 and CICS</a:t>
            </a:r>
            <a:endParaRPr lang="en-US" sz="11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2197080" y="5624280"/>
            <a:ext cx="151920" cy="178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r>
              <a:rPr lang="en-US" sz="1200" b="0" strike="noStrike" spc="-1">
                <a:solidFill>
                  <a:srgbClr val="000000"/>
                </a:solidFill>
                <a:latin typeface="CenturyGothic"/>
                <a:ea typeface="CenturyGothic"/>
              </a:rPr>
              <a:t>•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2362320" y="6042600"/>
            <a:ext cx="4758480" cy="163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r>
              <a:rPr lang="en-US" sz="1100" b="0" strike="noStrike" spc="-1">
                <a:solidFill>
                  <a:srgbClr val="000000"/>
                </a:solidFill>
                <a:latin typeface="CenturyGothic"/>
                <a:ea typeface="CenturyGothic"/>
              </a:rPr>
              <a:t>Strong analytical, developing, enhancing, conceptual, and problem-</a:t>
            </a:r>
            <a:endParaRPr lang="en-US" sz="11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2362320" y="6245640"/>
            <a:ext cx="1132920" cy="163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r>
              <a:rPr lang="en-US" sz="1100" b="0" strike="noStrike" spc="-1">
                <a:solidFill>
                  <a:srgbClr val="000000"/>
                </a:solidFill>
                <a:latin typeface="CenturyGothic"/>
                <a:ea typeface="CenturyGothic"/>
              </a:rPr>
              <a:t>solving abilities.</a:t>
            </a:r>
            <a:endParaRPr lang="en-US" sz="11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2197080" y="6030720"/>
            <a:ext cx="151920" cy="178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r>
              <a:rPr lang="en-US" sz="1200" b="0" strike="noStrike" spc="-1">
                <a:solidFill>
                  <a:srgbClr val="000000"/>
                </a:solidFill>
                <a:latin typeface="CenturyGothic"/>
                <a:ea typeface="CenturyGothic"/>
              </a:rPr>
              <a:t>•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2362320" y="6449040"/>
            <a:ext cx="4859280" cy="163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r>
              <a:rPr lang="en-US" sz="1100" b="0" strike="noStrike" spc="-1">
                <a:solidFill>
                  <a:srgbClr val="000000"/>
                </a:solidFill>
                <a:latin typeface="CenturyGothic"/>
                <a:ea typeface="CenturyGothic"/>
              </a:rPr>
              <a:t>Contributed to the development and upgradation team by enhancing</a:t>
            </a:r>
            <a:endParaRPr lang="en-US" sz="11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2362320" y="6652080"/>
            <a:ext cx="1053720" cy="163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r>
              <a:rPr lang="en-US" sz="1100" b="0" strike="noStrike" spc="-1">
                <a:solidFill>
                  <a:srgbClr val="000000"/>
                </a:solidFill>
                <a:latin typeface="CenturyGothic"/>
                <a:ea typeface="CenturyGothic"/>
              </a:rPr>
              <a:t>existing codes.</a:t>
            </a:r>
            <a:endParaRPr lang="en-US" sz="11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2197080" y="6437160"/>
            <a:ext cx="151920" cy="178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r>
              <a:rPr lang="en-US" sz="1200" b="0" strike="noStrike" spc="-1">
                <a:solidFill>
                  <a:srgbClr val="000000"/>
                </a:solidFill>
                <a:latin typeface="CenturyGothic"/>
                <a:ea typeface="CenturyGothic"/>
              </a:rPr>
              <a:t>•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2362320" y="6855480"/>
            <a:ext cx="4280040" cy="163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r>
              <a:rPr lang="en-US" sz="1100" b="0" strike="noStrike" spc="-1">
                <a:solidFill>
                  <a:srgbClr val="000000"/>
                </a:solidFill>
                <a:latin typeface="CenturyGothic"/>
                <a:ea typeface="CenturyGothic"/>
              </a:rPr>
              <a:t>Using all COBOL functionalities to develop new codes to fulfil</a:t>
            </a:r>
            <a:endParaRPr lang="en-US" sz="11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2362320" y="7058520"/>
            <a:ext cx="991440" cy="163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r>
              <a:rPr lang="en-US" sz="1100" b="0" strike="noStrike" spc="-1">
                <a:solidFill>
                  <a:srgbClr val="000000"/>
                </a:solidFill>
                <a:latin typeface="CenturyGothic"/>
                <a:ea typeface="CenturyGothic"/>
              </a:rPr>
              <a:t>requirements.</a:t>
            </a:r>
            <a:endParaRPr lang="en-US" sz="11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2197080" y="6843600"/>
            <a:ext cx="151920" cy="178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r>
              <a:rPr lang="en-US" sz="1200" b="0" strike="noStrike" spc="-1">
                <a:solidFill>
                  <a:srgbClr val="000000"/>
                </a:solidFill>
                <a:latin typeface="CenturyGothic"/>
                <a:ea typeface="CenturyGothic"/>
              </a:rPr>
              <a:t>•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2362320" y="7261920"/>
            <a:ext cx="5036040" cy="163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r>
              <a:rPr lang="en-US" sz="1100" b="0" strike="noStrike" spc="-1">
                <a:solidFill>
                  <a:srgbClr val="000000"/>
                </a:solidFill>
                <a:latin typeface="CenturyGothic"/>
                <a:ea typeface="CenturyGothic"/>
              </a:rPr>
              <a:t>Effectively communicates procedural and technical issues to internal or</a:t>
            </a:r>
            <a:endParaRPr lang="en-US" sz="11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2362320" y="7464960"/>
            <a:ext cx="4987080" cy="163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r>
              <a:rPr lang="en-US" sz="1100" b="0" strike="noStrike" spc="-1">
                <a:solidFill>
                  <a:srgbClr val="000000"/>
                </a:solidFill>
                <a:latin typeface="CenturyGothic"/>
                <a:ea typeface="CenturyGothic"/>
              </a:rPr>
              <a:t>external stakeholders in enterprise environment with presentation and</a:t>
            </a:r>
            <a:endParaRPr lang="en-US" sz="11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2362320" y="7668000"/>
            <a:ext cx="1431720" cy="163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r>
              <a:rPr lang="en-US" sz="1100" b="0" strike="noStrike" spc="-1">
                <a:solidFill>
                  <a:srgbClr val="000000"/>
                </a:solidFill>
                <a:latin typeface="CenturyGothic"/>
                <a:ea typeface="CenturyGothic"/>
              </a:rPr>
              <a:t>organizational skills.</a:t>
            </a:r>
            <a:endParaRPr lang="en-US" sz="11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2197080" y="7250040"/>
            <a:ext cx="151920" cy="178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r>
              <a:rPr lang="en-US" sz="1200" b="0" strike="noStrike" spc="-1">
                <a:solidFill>
                  <a:srgbClr val="000000"/>
                </a:solidFill>
                <a:latin typeface="CenturyGothic"/>
                <a:ea typeface="CenturyGothic"/>
              </a:rPr>
              <a:t>•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2362320" y="8480880"/>
            <a:ext cx="4356360" cy="163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r>
              <a:rPr lang="en-US" sz="1100" b="0" strike="noStrike" spc="-1">
                <a:solidFill>
                  <a:srgbClr val="000000"/>
                </a:solidFill>
                <a:latin typeface="CenturyGothic"/>
                <a:ea typeface="CenturyGothic"/>
              </a:rPr>
              <a:t>Client 1 – AA (SCEPTRE) System Computerized for Economical</a:t>
            </a:r>
            <a:endParaRPr lang="en-US" sz="11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2362320" y="8684280"/>
            <a:ext cx="4499640" cy="163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r>
              <a:rPr lang="en-US" sz="1100" b="0" strike="noStrike" spc="-1">
                <a:solidFill>
                  <a:srgbClr val="000000"/>
                </a:solidFill>
                <a:latin typeface="CenturyGothic"/>
                <a:ea typeface="CenturyGothic"/>
              </a:rPr>
              <a:t>Performance, Tracking, Recording and Evaluation is the primary</a:t>
            </a:r>
            <a:endParaRPr lang="en-US" sz="11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2362320" y="8887320"/>
            <a:ext cx="5132160" cy="163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r>
              <a:rPr lang="en-US" sz="1100" b="0" strike="noStrike" spc="-1">
                <a:solidFill>
                  <a:srgbClr val="000000"/>
                </a:solidFill>
                <a:latin typeface="CenturyGothic"/>
                <a:ea typeface="CenturyGothic"/>
              </a:rPr>
              <a:t>maintenance and material information system for America West Airlines.</a:t>
            </a:r>
            <a:endParaRPr lang="en-US" sz="11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2197080" y="8469000"/>
            <a:ext cx="151920" cy="178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r>
              <a:rPr lang="en-US" sz="1200" b="0" strike="noStrike" spc="-1">
                <a:solidFill>
                  <a:srgbClr val="000000"/>
                </a:solidFill>
                <a:latin typeface="CenturyGothic"/>
                <a:ea typeface="CenturyGothic"/>
              </a:rPr>
              <a:t>•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2362320" y="9090720"/>
            <a:ext cx="1937880" cy="163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r>
              <a:rPr lang="en-US" sz="1100" b="0" strike="noStrike" spc="-1">
                <a:solidFill>
                  <a:srgbClr val="000000"/>
                </a:solidFill>
                <a:latin typeface="CenturyGothic"/>
                <a:ea typeface="CenturyGothic"/>
              </a:rPr>
              <a:t>Environment- Development</a:t>
            </a:r>
            <a:endParaRPr lang="en-US" sz="11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2197080" y="9078840"/>
            <a:ext cx="151920" cy="178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r>
              <a:rPr lang="en-US" sz="1200" b="0" strike="noStrike" spc="-1">
                <a:solidFill>
                  <a:srgbClr val="000000"/>
                </a:solidFill>
                <a:latin typeface="CenturyGothic"/>
                <a:ea typeface="CenturyGothic"/>
              </a:rPr>
              <a:t>•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2362320" y="9293760"/>
            <a:ext cx="4674960" cy="163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r>
              <a:rPr lang="en-US" sz="1100" b="0" strike="noStrike" spc="-1">
                <a:solidFill>
                  <a:srgbClr val="000000"/>
                </a:solidFill>
                <a:latin typeface="CenturyGothic"/>
                <a:ea typeface="CenturyGothic"/>
              </a:rPr>
              <a:t>Client 2 – TJX (American Department Store) is the leading off-price</a:t>
            </a:r>
            <a:endParaRPr lang="en-US" sz="11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2362320" y="9496800"/>
            <a:ext cx="4653360" cy="163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r>
              <a:rPr lang="en-US" sz="1100" b="0" strike="noStrike" spc="-1">
                <a:solidFill>
                  <a:srgbClr val="000000"/>
                </a:solidFill>
                <a:latin typeface="CenturyGothic"/>
                <a:ea typeface="CenturyGothic"/>
              </a:rPr>
              <a:t>retailer of apparel and home fashions worldwide, with seven retail</a:t>
            </a:r>
            <a:endParaRPr lang="en-US" sz="11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2362320" y="9700200"/>
            <a:ext cx="5188320" cy="163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r>
              <a:rPr lang="en-US" sz="1100" b="0" strike="noStrike" spc="-1">
                <a:solidFill>
                  <a:srgbClr val="000000"/>
                </a:solidFill>
                <a:latin typeface="CenturyGothic"/>
                <a:ea typeface="CenturyGothic"/>
              </a:rPr>
              <a:t>chains operating more than 4,800 stores in nine countries spanning three</a:t>
            </a:r>
            <a:endParaRPr lang="en-US" sz="11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2362320" y="9903240"/>
            <a:ext cx="782640" cy="163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r>
              <a:rPr lang="en-US" sz="1100" b="0" strike="noStrike" spc="-1">
                <a:solidFill>
                  <a:srgbClr val="000000"/>
                </a:solidFill>
                <a:latin typeface="CenturyGothic"/>
                <a:ea typeface="CenturyGothic"/>
              </a:rPr>
              <a:t>continents.</a:t>
            </a:r>
            <a:endParaRPr lang="en-US" sz="11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2197080" y="9281880"/>
            <a:ext cx="151920" cy="178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r>
              <a:rPr lang="en-US" sz="1200" b="0" strike="noStrike" spc="-1">
                <a:solidFill>
                  <a:srgbClr val="000000"/>
                </a:solidFill>
                <a:latin typeface="CenturyGothic"/>
                <a:ea typeface="CenturyGothic"/>
              </a:rPr>
              <a:t>•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2362320" y="10106640"/>
            <a:ext cx="1937880" cy="163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r>
              <a:rPr lang="en-US" sz="1100" b="0" strike="noStrike" spc="-1">
                <a:solidFill>
                  <a:srgbClr val="000000"/>
                </a:solidFill>
                <a:latin typeface="CenturyGothic"/>
                <a:ea typeface="CenturyGothic"/>
              </a:rPr>
              <a:t>Environment- Development</a:t>
            </a:r>
            <a:endParaRPr lang="en-US" sz="11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1" name="Freeform: Shape 60"/>
          <p:cNvSpPr/>
          <p:nvPr/>
        </p:nvSpPr>
        <p:spPr>
          <a:xfrm>
            <a:off x="1680840" y="1083960"/>
            <a:ext cx="245160" cy="245160"/>
          </a:xfrm>
          <a:custGeom>
            <a:avLst/>
            <a:gdLst/>
            <a:ahLst/>
            <a:cxnLst/>
            <a:rect l="0" t="0" r="r" b="b"/>
            <a:pathLst>
              <a:path w="681" h="681">
                <a:moveTo>
                  <a:pt x="681" y="341"/>
                </a:moveTo>
                <a:cubicBezTo>
                  <a:pt x="681" y="363"/>
                  <a:pt x="678" y="385"/>
                  <a:pt x="674" y="407"/>
                </a:cubicBezTo>
                <a:cubicBezTo>
                  <a:pt x="670" y="429"/>
                  <a:pt x="663" y="450"/>
                  <a:pt x="655" y="471"/>
                </a:cubicBezTo>
                <a:cubicBezTo>
                  <a:pt x="646" y="491"/>
                  <a:pt x="636" y="511"/>
                  <a:pt x="623" y="530"/>
                </a:cubicBezTo>
                <a:cubicBezTo>
                  <a:pt x="611" y="548"/>
                  <a:pt x="597" y="565"/>
                  <a:pt x="581" y="581"/>
                </a:cubicBezTo>
                <a:cubicBezTo>
                  <a:pt x="565" y="597"/>
                  <a:pt x="548" y="611"/>
                  <a:pt x="530" y="623"/>
                </a:cubicBezTo>
                <a:cubicBezTo>
                  <a:pt x="511" y="636"/>
                  <a:pt x="492" y="646"/>
                  <a:pt x="471" y="655"/>
                </a:cubicBezTo>
                <a:cubicBezTo>
                  <a:pt x="450" y="663"/>
                  <a:pt x="429" y="670"/>
                  <a:pt x="406" y="674"/>
                </a:cubicBezTo>
                <a:cubicBezTo>
                  <a:pt x="384" y="678"/>
                  <a:pt x="362" y="681"/>
                  <a:pt x="340" y="681"/>
                </a:cubicBezTo>
                <a:cubicBezTo>
                  <a:pt x="318" y="681"/>
                  <a:pt x="296" y="678"/>
                  <a:pt x="274" y="674"/>
                </a:cubicBezTo>
                <a:cubicBezTo>
                  <a:pt x="252" y="670"/>
                  <a:pt x="231" y="663"/>
                  <a:pt x="210" y="655"/>
                </a:cubicBezTo>
                <a:cubicBezTo>
                  <a:pt x="189" y="646"/>
                  <a:pt x="170" y="636"/>
                  <a:pt x="151" y="623"/>
                </a:cubicBezTo>
                <a:cubicBezTo>
                  <a:pt x="133" y="611"/>
                  <a:pt x="116" y="597"/>
                  <a:pt x="100" y="581"/>
                </a:cubicBezTo>
                <a:cubicBezTo>
                  <a:pt x="84" y="565"/>
                  <a:pt x="70" y="548"/>
                  <a:pt x="57" y="530"/>
                </a:cubicBezTo>
                <a:cubicBezTo>
                  <a:pt x="45" y="511"/>
                  <a:pt x="35" y="491"/>
                  <a:pt x="26" y="471"/>
                </a:cubicBezTo>
                <a:cubicBezTo>
                  <a:pt x="18" y="450"/>
                  <a:pt x="11" y="429"/>
                  <a:pt x="7" y="407"/>
                </a:cubicBezTo>
                <a:cubicBezTo>
                  <a:pt x="2" y="385"/>
                  <a:pt x="0" y="363"/>
                  <a:pt x="0" y="341"/>
                </a:cubicBezTo>
                <a:cubicBezTo>
                  <a:pt x="0" y="319"/>
                  <a:pt x="2" y="296"/>
                  <a:pt x="7" y="275"/>
                </a:cubicBezTo>
                <a:cubicBezTo>
                  <a:pt x="11" y="253"/>
                  <a:pt x="18" y="231"/>
                  <a:pt x="26" y="211"/>
                </a:cubicBezTo>
                <a:cubicBezTo>
                  <a:pt x="35" y="190"/>
                  <a:pt x="45" y="171"/>
                  <a:pt x="57" y="152"/>
                </a:cubicBezTo>
                <a:cubicBezTo>
                  <a:pt x="70" y="134"/>
                  <a:pt x="84" y="116"/>
                  <a:pt x="100" y="101"/>
                </a:cubicBezTo>
                <a:cubicBezTo>
                  <a:pt x="116" y="85"/>
                  <a:pt x="133" y="71"/>
                  <a:pt x="151" y="58"/>
                </a:cubicBezTo>
                <a:cubicBezTo>
                  <a:pt x="170" y="46"/>
                  <a:pt x="189" y="35"/>
                  <a:pt x="210" y="26"/>
                </a:cubicBezTo>
                <a:cubicBezTo>
                  <a:pt x="231" y="17"/>
                  <a:pt x="252" y="11"/>
                  <a:pt x="274" y="7"/>
                </a:cubicBezTo>
                <a:cubicBezTo>
                  <a:pt x="296" y="2"/>
                  <a:pt x="318" y="0"/>
                  <a:pt x="340" y="0"/>
                </a:cubicBezTo>
                <a:cubicBezTo>
                  <a:pt x="362" y="0"/>
                  <a:pt x="384" y="2"/>
                  <a:pt x="406" y="7"/>
                </a:cubicBezTo>
                <a:cubicBezTo>
                  <a:pt x="429" y="11"/>
                  <a:pt x="450" y="17"/>
                  <a:pt x="471" y="26"/>
                </a:cubicBezTo>
                <a:cubicBezTo>
                  <a:pt x="492" y="35"/>
                  <a:pt x="511" y="46"/>
                  <a:pt x="530" y="58"/>
                </a:cubicBezTo>
                <a:cubicBezTo>
                  <a:pt x="548" y="71"/>
                  <a:pt x="565" y="85"/>
                  <a:pt x="581" y="101"/>
                </a:cubicBezTo>
                <a:cubicBezTo>
                  <a:pt x="597" y="116"/>
                  <a:pt x="611" y="134"/>
                  <a:pt x="623" y="152"/>
                </a:cubicBezTo>
                <a:cubicBezTo>
                  <a:pt x="636" y="171"/>
                  <a:pt x="646" y="190"/>
                  <a:pt x="655" y="211"/>
                </a:cubicBezTo>
                <a:cubicBezTo>
                  <a:pt x="663" y="231"/>
                  <a:pt x="670" y="253"/>
                  <a:pt x="674" y="275"/>
                </a:cubicBezTo>
                <a:cubicBezTo>
                  <a:pt x="678" y="296"/>
                  <a:pt x="681" y="319"/>
                  <a:pt x="681" y="341"/>
                </a:cubicBezTo>
                <a:close/>
              </a:path>
            </a:pathLst>
          </a:custGeom>
          <a:solidFill>
            <a:srgbClr val="789C3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2" name="Freeform: Shape 61"/>
          <p:cNvSpPr/>
          <p:nvPr/>
        </p:nvSpPr>
        <p:spPr>
          <a:xfrm>
            <a:off x="1728000" y="1131120"/>
            <a:ext cx="150840" cy="150840"/>
          </a:xfrm>
          <a:custGeom>
            <a:avLst/>
            <a:gdLst/>
            <a:ahLst/>
            <a:cxnLst/>
            <a:rect l="0" t="0" r="r" b="b"/>
            <a:pathLst>
              <a:path w="419" h="419">
                <a:moveTo>
                  <a:pt x="80" y="8"/>
                </a:moveTo>
                <a:lnTo>
                  <a:pt x="18" y="70"/>
                </a:lnTo>
                <a:cubicBezTo>
                  <a:pt x="-9" y="97"/>
                  <a:pt x="2" y="126"/>
                  <a:pt x="2" y="126"/>
                </a:cubicBezTo>
                <a:cubicBezTo>
                  <a:pt x="32" y="188"/>
                  <a:pt x="71" y="246"/>
                  <a:pt x="121" y="297"/>
                </a:cubicBezTo>
                <a:cubicBezTo>
                  <a:pt x="172" y="348"/>
                  <a:pt x="231" y="387"/>
                  <a:pt x="292" y="416"/>
                </a:cubicBezTo>
                <a:cubicBezTo>
                  <a:pt x="292" y="416"/>
                  <a:pt x="321" y="429"/>
                  <a:pt x="349" y="400"/>
                </a:cubicBezTo>
                <a:lnTo>
                  <a:pt x="410" y="338"/>
                </a:lnTo>
                <a:cubicBezTo>
                  <a:pt x="416" y="333"/>
                  <a:pt x="419" y="326"/>
                  <a:pt x="419" y="318"/>
                </a:cubicBezTo>
                <a:cubicBezTo>
                  <a:pt x="419" y="310"/>
                  <a:pt x="416" y="303"/>
                  <a:pt x="410" y="297"/>
                </a:cubicBezTo>
                <a:lnTo>
                  <a:pt x="349" y="235"/>
                </a:lnTo>
                <a:cubicBezTo>
                  <a:pt x="343" y="230"/>
                  <a:pt x="336" y="227"/>
                  <a:pt x="328" y="227"/>
                </a:cubicBezTo>
                <a:cubicBezTo>
                  <a:pt x="320" y="227"/>
                  <a:pt x="313" y="230"/>
                  <a:pt x="307" y="235"/>
                </a:cubicBezTo>
                <a:lnTo>
                  <a:pt x="272" y="270"/>
                </a:lnTo>
                <a:cubicBezTo>
                  <a:pt x="248" y="254"/>
                  <a:pt x="225" y="236"/>
                  <a:pt x="204" y="215"/>
                </a:cubicBezTo>
                <a:cubicBezTo>
                  <a:pt x="183" y="193"/>
                  <a:pt x="165" y="170"/>
                  <a:pt x="149" y="146"/>
                </a:cubicBezTo>
                <a:lnTo>
                  <a:pt x="183" y="112"/>
                </a:lnTo>
                <a:cubicBezTo>
                  <a:pt x="189" y="106"/>
                  <a:pt x="192" y="99"/>
                  <a:pt x="192" y="91"/>
                </a:cubicBezTo>
                <a:cubicBezTo>
                  <a:pt x="192" y="83"/>
                  <a:pt x="189" y="76"/>
                  <a:pt x="183" y="70"/>
                </a:cubicBezTo>
                <a:lnTo>
                  <a:pt x="121" y="8"/>
                </a:lnTo>
                <a:cubicBezTo>
                  <a:pt x="116" y="3"/>
                  <a:pt x="109" y="0"/>
                  <a:pt x="101" y="0"/>
                </a:cubicBezTo>
                <a:cubicBezTo>
                  <a:pt x="93" y="0"/>
                  <a:pt x="86" y="3"/>
                  <a:pt x="80" y="8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3" name="Freeform: Shape 62"/>
          <p:cNvSpPr/>
          <p:nvPr/>
        </p:nvSpPr>
        <p:spPr>
          <a:xfrm>
            <a:off x="1680840" y="1439640"/>
            <a:ext cx="245160" cy="244800"/>
          </a:xfrm>
          <a:custGeom>
            <a:avLst/>
            <a:gdLst/>
            <a:ahLst/>
            <a:cxnLst/>
            <a:rect l="0" t="0" r="r" b="b"/>
            <a:pathLst>
              <a:path w="681" h="680">
                <a:moveTo>
                  <a:pt x="681" y="340"/>
                </a:moveTo>
                <a:cubicBezTo>
                  <a:pt x="681" y="362"/>
                  <a:pt x="678" y="384"/>
                  <a:pt x="674" y="406"/>
                </a:cubicBezTo>
                <a:cubicBezTo>
                  <a:pt x="670" y="429"/>
                  <a:pt x="663" y="450"/>
                  <a:pt x="655" y="471"/>
                </a:cubicBezTo>
                <a:cubicBezTo>
                  <a:pt x="646" y="491"/>
                  <a:pt x="636" y="511"/>
                  <a:pt x="623" y="529"/>
                </a:cubicBezTo>
                <a:cubicBezTo>
                  <a:pt x="611" y="548"/>
                  <a:pt x="597" y="565"/>
                  <a:pt x="581" y="581"/>
                </a:cubicBezTo>
                <a:cubicBezTo>
                  <a:pt x="565" y="597"/>
                  <a:pt x="548" y="611"/>
                  <a:pt x="530" y="623"/>
                </a:cubicBezTo>
                <a:cubicBezTo>
                  <a:pt x="511" y="636"/>
                  <a:pt x="492" y="646"/>
                  <a:pt x="471" y="655"/>
                </a:cubicBezTo>
                <a:cubicBezTo>
                  <a:pt x="450" y="663"/>
                  <a:pt x="429" y="669"/>
                  <a:pt x="406" y="674"/>
                </a:cubicBezTo>
                <a:cubicBezTo>
                  <a:pt x="384" y="678"/>
                  <a:pt x="362" y="680"/>
                  <a:pt x="340" y="680"/>
                </a:cubicBezTo>
                <a:cubicBezTo>
                  <a:pt x="318" y="680"/>
                  <a:pt x="296" y="678"/>
                  <a:pt x="274" y="674"/>
                </a:cubicBezTo>
                <a:cubicBezTo>
                  <a:pt x="252" y="669"/>
                  <a:pt x="231" y="663"/>
                  <a:pt x="210" y="655"/>
                </a:cubicBezTo>
                <a:cubicBezTo>
                  <a:pt x="189" y="646"/>
                  <a:pt x="170" y="636"/>
                  <a:pt x="151" y="623"/>
                </a:cubicBezTo>
                <a:cubicBezTo>
                  <a:pt x="133" y="611"/>
                  <a:pt x="116" y="597"/>
                  <a:pt x="100" y="581"/>
                </a:cubicBezTo>
                <a:cubicBezTo>
                  <a:pt x="84" y="565"/>
                  <a:pt x="70" y="548"/>
                  <a:pt x="57" y="529"/>
                </a:cubicBezTo>
                <a:cubicBezTo>
                  <a:pt x="45" y="511"/>
                  <a:pt x="35" y="491"/>
                  <a:pt x="26" y="471"/>
                </a:cubicBezTo>
                <a:cubicBezTo>
                  <a:pt x="18" y="450"/>
                  <a:pt x="11" y="429"/>
                  <a:pt x="7" y="406"/>
                </a:cubicBezTo>
                <a:cubicBezTo>
                  <a:pt x="2" y="384"/>
                  <a:pt x="0" y="362"/>
                  <a:pt x="0" y="340"/>
                </a:cubicBezTo>
                <a:cubicBezTo>
                  <a:pt x="0" y="317"/>
                  <a:pt x="2" y="295"/>
                  <a:pt x="7" y="273"/>
                </a:cubicBezTo>
                <a:cubicBezTo>
                  <a:pt x="11" y="252"/>
                  <a:pt x="18" y="230"/>
                  <a:pt x="26" y="210"/>
                </a:cubicBezTo>
                <a:cubicBezTo>
                  <a:pt x="35" y="189"/>
                  <a:pt x="45" y="169"/>
                  <a:pt x="57" y="151"/>
                </a:cubicBezTo>
                <a:cubicBezTo>
                  <a:pt x="70" y="132"/>
                  <a:pt x="84" y="115"/>
                  <a:pt x="100" y="99"/>
                </a:cubicBezTo>
                <a:cubicBezTo>
                  <a:pt x="116" y="84"/>
                  <a:pt x="133" y="70"/>
                  <a:pt x="151" y="57"/>
                </a:cubicBezTo>
                <a:cubicBezTo>
                  <a:pt x="170" y="45"/>
                  <a:pt x="189" y="34"/>
                  <a:pt x="210" y="26"/>
                </a:cubicBezTo>
                <a:cubicBezTo>
                  <a:pt x="231" y="17"/>
                  <a:pt x="252" y="11"/>
                  <a:pt x="274" y="6"/>
                </a:cubicBezTo>
                <a:cubicBezTo>
                  <a:pt x="296" y="2"/>
                  <a:pt x="318" y="0"/>
                  <a:pt x="340" y="0"/>
                </a:cubicBezTo>
                <a:cubicBezTo>
                  <a:pt x="362" y="0"/>
                  <a:pt x="384" y="2"/>
                  <a:pt x="406" y="6"/>
                </a:cubicBezTo>
                <a:cubicBezTo>
                  <a:pt x="429" y="11"/>
                  <a:pt x="450" y="17"/>
                  <a:pt x="471" y="26"/>
                </a:cubicBezTo>
                <a:cubicBezTo>
                  <a:pt x="492" y="34"/>
                  <a:pt x="511" y="45"/>
                  <a:pt x="530" y="57"/>
                </a:cubicBezTo>
                <a:cubicBezTo>
                  <a:pt x="548" y="70"/>
                  <a:pt x="565" y="84"/>
                  <a:pt x="581" y="99"/>
                </a:cubicBezTo>
                <a:cubicBezTo>
                  <a:pt x="597" y="115"/>
                  <a:pt x="611" y="132"/>
                  <a:pt x="623" y="151"/>
                </a:cubicBezTo>
                <a:cubicBezTo>
                  <a:pt x="636" y="169"/>
                  <a:pt x="646" y="189"/>
                  <a:pt x="655" y="210"/>
                </a:cubicBezTo>
                <a:cubicBezTo>
                  <a:pt x="663" y="230"/>
                  <a:pt x="670" y="252"/>
                  <a:pt x="674" y="273"/>
                </a:cubicBezTo>
                <a:cubicBezTo>
                  <a:pt x="678" y="295"/>
                  <a:pt x="681" y="317"/>
                  <a:pt x="681" y="340"/>
                </a:cubicBezTo>
                <a:close/>
              </a:path>
            </a:pathLst>
          </a:custGeom>
          <a:solidFill>
            <a:srgbClr val="789C3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" name="Freeform: Shape 63"/>
          <p:cNvSpPr/>
          <p:nvPr/>
        </p:nvSpPr>
        <p:spPr>
          <a:xfrm>
            <a:off x="1728000" y="1505520"/>
            <a:ext cx="150840" cy="70920"/>
          </a:xfrm>
          <a:custGeom>
            <a:avLst/>
            <a:gdLst/>
            <a:ahLst/>
            <a:cxnLst/>
            <a:rect l="0" t="0" r="r" b="b"/>
            <a:pathLst>
              <a:path w="419" h="197">
                <a:moveTo>
                  <a:pt x="419" y="27"/>
                </a:moveTo>
                <a:cubicBezTo>
                  <a:pt x="419" y="13"/>
                  <a:pt x="407" y="0"/>
                  <a:pt x="393" y="0"/>
                </a:cubicBezTo>
                <a:lnTo>
                  <a:pt x="27" y="0"/>
                </a:lnTo>
                <a:cubicBezTo>
                  <a:pt x="13" y="0"/>
                  <a:pt x="0" y="13"/>
                  <a:pt x="0" y="27"/>
                </a:cubicBezTo>
                <a:lnTo>
                  <a:pt x="210" y="197"/>
                </a:lnTo>
                <a:lnTo>
                  <a:pt x="419" y="27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" name="Freeform: Shape 64"/>
          <p:cNvSpPr/>
          <p:nvPr/>
        </p:nvSpPr>
        <p:spPr>
          <a:xfrm>
            <a:off x="1728000" y="1528920"/>
            <a:ext cx="150840" cy="89640"/>
          </a:xfrm>
          <a:custGeom>
            <a:avLst/>
            <a:gdLst/>
            <a:ahLst/>
            <a:cxnLst/>
            <a:rect l="0" t="0" r="r" b="b"/>
            <a:pathLst>
              <a:path w="419" h="249">
                <a:moveTo>
                  <a:pt x="0" y="0"/>
                </a:moveTo>
                <a:lnTo>
                  <a:pt x="0" y="223"/>
                </a:lnTo>
                <a:cubicBezTo>
                  <a:pt x="0" y="238"/>
                  <a:pt x="13" y="249"/>
                  <a:pt x="27" y="249"/>
                </a:cubicBezTo>
                <a:lnTo>
                  <a:pt x="393" y="249"/>
                </a:lnTo>
                <a:cubicBezTo>
                  <a:pt x="407" y="249"/>
                  <a:pt x="419" y="238"/>
                  <a:pt x="419" y="223"/>
                </a:cubicBezTo>
                <a:lnTo>
                  <a:pt x="419" y="0"/>
                </a:lnTo>
                <a:lnTo>
                  <a:pt x="210" y="17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2197080" y="10094760"/>
            <a:ext cx="151920" cy="178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r>
              <a:rPr lang="en-US" sz="1200" b="0" strike="noStrike" spc="-1">
                <a:solidFill>
                  <a:srgbClr val="000000"/>
                </a:solidFill>
                <a:latin typeface="CenturyGothic"/>
                <a:ea typeface="CenturyGothic"/>
              </a:rPr>
              <a:t>•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1994040" y="1140480"/>
            <a:ext cx="1197000" cy="163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r>
              <a:rPr lang="en-US" sz="1100" b="0" strike="noStrike" spc="-1">
                <a:solidFill>
                  <a:srgbClr val="000000"/>
                </a:solidFill>
                <a:latin typeface="CenturyGothic"/>
                <a:ea typeface="CenturyGothic"/>
              </a:rPr>
              <a:t>+918608938933</a:t>
            </a:r>
            <a:endParaRPr lang="en-US" sz="11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8" name="Freeform: Shape 67"/>
          <p:cNvSpPr/>
          <p:nvPr/>
        </p:nvSpPr>
        <p:spPr>
          <a:xfrm>
            <a:off x="1790640" y="3149280"/>
            <a:ext cx="101880" cy="102240"/>
          </a:xfrm>
          <a:custGeom>
            <a:avLst/>
            <a:gdLst/>
            <a:ahLst/>
            <a:cxnLst/>
            <a:rect l="0" t="0" r="r" b="b"/>
            <a:pathLst>
              <a:path w="283" h="284">
                <a:moveTo>
                  <a:pt x="283" y="142"/>
                </a:moveTo>
                <a:cubicBezTo>
                  <a:pt x="283" y="152"/>
                  <a:pt x="282" y="161"/>
                  <a:pt x="280" y="170"/>
                </a:cubicBezTo>
                <a:cubicBezTo>
                  <a:pt x="278" y="179"/>
                  <a:pt x="276" y="188"/>
                  <a:pt x="272" y="196"/>
                </a:cubicBezTo>
                <a:cubicBezTo>
                  <a:pt x="269" y="205"/>
                  <a:pt x="264" y="213"/>
                  <a:pt x="259" y="221"/>
                </a:cubicBezTo>
                <a:cubicBezTo>
                  <a:pt x="254" y="229"/>
                  <a:pt x="248" y="236"/>
                  <a:pt x="241" y="242"/>
                </a:cubicBezTo>
                <a:cubicBezTo>
                  <a:pt x="234" y="249"/>
                  <a:pt x="227" y="255"/>
                  <a:pt x="219" y="260"/>
                </a:cubicBezTo>
                <a:cubicBezTo>
                  <a:pt x="211" y="265"/>
                  <a:pt x="203" y="269"/>
                  <a:pt x="195" y="273"/>
                </a:cubicBezTo>
                <a:cubicBezTo>
                  <a:pt x="186" y="276"/>
                  <a:pt x="177" y="279"/>
                  <a:pt x="168" y="281"/>
                </a:cubicBezTo>
                <a:cubicBezTo>
                  <a:pt x="159" y="283"/>
                  <a:pt x="150" y="284"/>
                  <a:pt x="141" y="284"/>
                </a:cubicBezTo>
                <a:cubicBezTo>
                  <a:pt x="132" y="284"/>
                  <a:pt x="122" y="283"/>
                  <a:pt x="113" y="281"/>
                </a:cubicBezTo>
                <a:cubicBezTo>
                  <a:pt x="104" y="279"/>
                  <a:pt x="95" y="276"/>
                  <a:pt x="87" y="273"/>
                </a:cubicBezTo>
                <a:cubicBezTo>
                  <a:pt x="78" y="269"/>
                  <a:pt x="70" y="265"/>
                  <a:pt x="62" y="260"/>
                </a:cubicBezTo>
                <a:cubicBezTo>
                  <a:pt x="55" y="255"/>
                  <a:pt x="48" y="249"/>
                  <a:pt x="41" y="242"/>
                </a:cubicBezTo>
                <a:cubicBezTo>
                  <a:pt x="34" y="236"/>
                  <a:pt x="29" y="229"/>
                  <a:pt x="23" y="221"/>
                </a:cubicBezTo>
                <a:cubicBezTo>
                  <a:pt x="18" y="213"/>
                  <a:pt x="14" y="205"/>
                  <a:pt x="10" y="196"/>
                </a:cubicBezTo>
                <a:cubicBezTo>
                  <a:pt x="7" y="188"/>
                  <a:pt x="4" y="179"/>
                  <a:pt x="2" y="170"/>
                </a:cubicBezTo>
                <a:cubicBezTo>
                  <a:pt x="1" y="161"/>
                  <a:pt x="0" y="152"/>
                  <a:pt x="0" y="142"/>
                </a:cubicBezTo>
                <a:cubicBezTo>
                  <a:pt x="0" y="132"/>
                  <a:pt x="1" y="123"/>
                  <a:pt x="2" y="114"/>
                </a:cubicBezTo>
                <a:cubicBezTo>
                  <a:pt x="4" y="105"/>
                  <a:pt x="7" y="96"/>
                  <a:pt x="10" y="87"/>
                </a:cubicBezTo>
                <a:cubicBezTo>
                  <a:pt x="14" y="79"/>
                  <a:pt x="18" y="71"/>
                  <a:pt x="23" y="63"/>
                </a:cubicBezTo>
                <a:cubicBezTo>
                  <a:pt x="29" y="55"/>
                  <a:pt x="34" y="48"/>
                  <a:pt x="41" y="42"/>
                </a:cubicBezTo>
                <a:cubicBezTo>
                  <a:pt x="48" y="35"/>
                  <a:pt x="55" y="29"/>
                  <a:pt x="62" y="24"/>
                </a:cubicBezTo>
                <a:cubicBezTo>
                  <a:pt x="70" y="19"/>
                  <a:pt x="78" y="15"/>
                  <a:pt x="87" y="11"/>
                </a:cubicBezTo>
                <a:cubicBezTo>
                  <a:pt x="95" y="8"/>
                  <a:pt x="104" y="5"/>
                  <a:pt x="113" y="3"/>
                </a:cubicBezTo>
                <a:cubicBezTo>
                  <a:pt x="122" y="1"/>
                  <a:pt x="132" y="0"/>
                  <a:pt x="141" y="0"/>
                </a:cubicBezTo>
                <a:cubicBezTo>
                  <a:pt x="150" y="0"/>
                  <a:pt x="159" y="1"/>
                  <a:pt x="168" y="3"/>
                </a:cubicBezTo>
                <a:cubicBezTo>
                  <a:pt x="177" y="5"/>
                  <a:pt x="186" y="8"/>
                  <a:pt x="195" y="11"/>
                </a:cubicBezTo>
                <a:cubicBezTo>
                  <a:pt x="203" y="15"/>
                  <a:pt x="211" y="19"/>
                  <a:pt x="219" y="24"/>
                </a:cubicBezTo>
                <a:cubicBezTo>
                  <a:pt x="227" y="29"/>
                  <a:pt x="234" y="35"/>
                  <a:pt x="241" y="42"/>
                </a:cubicBezTo>
                <a:cubicBezTo>
                  <a:pt x="248" y="48"/>
                  <a:pt x="254" y="55"/>
                  <a:pt x="259" y="63"/>
                </a:cubicBezTo>
                <a:cubicBezTo>
                  <a:pt x="264" y="71"/>
                  <a:pt x="269" y="79"/>
                  <a:pt x="272" y="87"/>
                </a:cubicBezTo>
                <a:cubicBezTo>
                  <a:pt x="276" y="96"/>
                  <a:pt x="278" y="105"/>
                  <a:pt x="280" y="114"/>
                </a:cubicBezTo>
                <a:cubicBezTo>
                  <a:pt x="282" y="123"/>
                  <a:pt x="283" y="132"/>
                  <a:pt x="283" y="142"/>
                </a:cubicBezTo>
                <a:close/>
              </a:path>
            </a:pathLst>
          </a:custGeom>
          <a:solidFill>
            <a:srgbClr val="789C3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9" name="Freeform: Shape 68"/>
          <p:cNvSpPr/>
          <p:nvPr/>
        </p:nvSpPr>
        <p:spPr>
          <a:xfrm>
            <a:off x="1790640" y="3416040"/>
            <a:ext cx="101880" cy="101880"/>
          </a:xfrm>
          <a:custGeom>
            <a:avLst/>
            <a:gdLst/>
            <a:ahLst/>
            <a:cxnLst/>
            <a:rect l="0" t="0" r="r" b="b"/>
            <a:pathLst>
              <a:path w="283" h="283">
                <a:moveTo>
                  <a:pt x="283" y="141"/>
                </a:moveTo>
                <a:cubicBezTo>
                  <a:pt x="283" y="151"/>
                  <a:pt x="282" y="160"/>
                  <a:pt x="280" y="169"/>
                </a:cubicBezTo>
                <a:cubicBezTo>
                  <a:pt x="278" y="178"/>
                  <a:pt x="276" y="187"/>
                  <a:pt x="272" y="195"/>
                </a:cubicBezTo>
                <a:cubicBezTo>
                  <a:pt x="269" y="204"/>
                  <a:pt x="264" y="212"/>
                  <a:pt x="259" y="220"/>
                </a:cubicBezTo>
                <a:cubicBezTo>
                  <a:pt x="254" y="227"/>
                  <a:pt x="248" y="235"/>
                  <a:pt x="241" y="242"/>
                </a:cubicBezTo>
                <a:cubicBezTo>
                  <a:pt x="234" y="249"/>
                  <a:pt x="227" y="255"/>
                  <a:pt x="219" y="260"/>
                </a:cubicBezTo>
                <a:cubicBezTo>
                  <a:pt x="211" y="265"/>
                  <a:pt x="203" y="269"/>
                  <a:pt x="195" y="273"/>
                </a:cubicBezTo>
                <a:cubicBezTo>
                  <a:pt x="186" y="276"/>
                  <a:pt x="177" y="279"/>
                  <a:pt x="168" y="281"/>
                </a:cubicBezTo>
                <a:cubicBezTo>
                  <a:pt x="159" y="283"/>
                  <a:pt x="150" y="283"/>
                  <a:pt x="141" y="283"/>
                </a:cubicBezTo>
                <a:cubicBezTo>
                  <a:pt x="132" y="283"/>
                  <a:pt x="122" y="283"/>
                  <a:pt x="113" y="281"/>
                </a:cubicBezTo>
                <a:cubicBezTo>
                  <a:pt x="104" y="279"/>
                  <a:pt x="95" y="276"/>
                  <a:pt x="87" y="273"/>
                </a:cubicBezTo>
                <a:cubicBezTo>
                  <a:pt x="78" y="269"/>
                  <a:pt x="70" y="265"/>
                  <a:pt x="62" y="260"/>
                </a:cubicBezTo>
                <a:cubicBezTo>
                  <a:pt x="55" y="255"/>
                  <a:pt x="48" y="249"/>
                  <a:pt x="41" y="242"/>
                </a:cubicBezTo>
                <a:cubicBezTo>
                  <a:pt x="34" y="235"/>
                  <a:pt x="29" y="227"/>
                  <a:pt x="23" y="220"/>
                </a:cubicBezTo>
                <a:cubicBezTo>
                  <a:pt x="18" y="212"/>
                  <a:pt x="14" y="204"/>
                  <a:pt x="10" y="195"/>
                </a:cubicBezTo>
                <a:cubicBezTo>
                  <a:pt x="7" y="187"/>
                  <a:pt x="4" y="178"/>
                  <a:pt x="2" y="169"/>
                </a:cubicBezTo>
                <a:cubicBezTo>
                  <a:pt x="1" y="160"/>
                  <a:pt x="0" y="151"/>
                  <a:pt x="0" y="141"/>
                </a:cubicBezTo>
                <a:cubicBezTo>
                  <a:pt x="0" y="132"/>
                  <a:pt x="1" y="123"/>
                  <a:pt x="2" y="114"/>
                </a:cubicBezTo>
                <a:cubicBezTo>
                  <a:pt x="4" y="105"/>
                  <a:pt x="7" y="96"/>
                  <a:pt x="10" y="87"/>
                </a:cubicBezTo>
                <a:cubicBezTo>
                  <a:pt x="14" y="79"/>
                  <a:pt x="18" y="71"/>
                  <a:pt x="23" y="63"/>
                </a:cubicBezTo>
                <a:cubicBezTo>
                  <a:pt x="29" y="55"/>
                  <a:pt x="34" y="48"/>
                  <a:pt x="41" y="42"/>
                </a:cubicBezTo>
                <a:cubicBezTo>
                  <a:pt x="48" y="35"/>
                  <a:pt x="55" y="29"/>
                  <a:pt x="62" y="24"/>
                </a:cubicBezTo>
                <a:cubicBezTo>
                  <a:pt x="70" y="19"/>
                  <a:pt x="78" y="15"/>
                  <a:pt x="87" y="11"/>
                </a:cubicBezTo>
                <a:cubicBezTo>
                  <a:pt x="95" y="7"/>
                  <a:pt x="104" y="5"/>
                  <a:pt x="113" y="3"/>
                </a:cubicBezTo>
                <a:cubicBezTo>
                  <a:pt x="122" y="1"/>
                  <a:pt x="132" y="0"/>
                  <a:pt x="141" y="0"/>
                </a:cubicBezTo>
                <a:cubicBezTo>
                  <a:pt x="150" y="0"/>
                  <a:pt x="159" y="1"/>
                  <a:pt x="168" y="3"/>
                </a:cubicBezTo>
                <a:cubicBezTo>
                  <a:pt x="177" y="5"/>
                  <a:pt x="186" y="7"/>
                  <a:pt x="195" y="11"/>
                </a:cubicBezTo>
                <a:cubicBezTo>
                  <a:pt x="203" y="15"/>
                  <a:pt x="211" y="19"/>
                  <a:pt x="219" y="24"/>
                </a:cubicBezTo>
                <a:cubicBezTo>
                  <a:pt x="227" y="29"/>
                  <a:pt x="234" y="35"/>
                  <a:pt x="241" y="42"/>
                </a:cubicBezTo>
                <a:cubicBezTo>
                  <a:pt x="248" y="48"/>
                  <a:pt x="254" y="55"/>
                  <a:pt x="259" y="63"/>
                </a:cubicBezTo>
                <a:cubicBezTo>
                  <a:pt x="264" y="71"/>
                  <a:pt x="269" y="79"/>
                  <a:pt x="272" y="87"/>
                </a:cubicBezTo>
                <a:cubicBezTo>
                  <a:pt x="276" y="96"/>
                  <a:pt x="278" y="105"/>
                  <a:pt x="280" y="114"/>
                </a:cubicBezTo>
                <a:cubicBezTo>
                  <a:pt x="282" y="123"/>
                  <a:pt x="283" y="132"/>
                  <a:pt x="283" y="141"/>
                </a:cubicBezTo>
                <a:close/>
              </a:path>
            </a:pathLst>
          </a:custGeom>
          <a:solidFill>
            <a:srgbClr val="789C3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0" name="Freeform: Shape 69"/>
          <p:cNvSpPr/>
          <p:nvPr/>
        </p:nvSpPr>
        <p:spPr>
          <a:xfrm>
            <a:off x="1790640" y="3682800"/>
            <a:ext cx="101880" cy="101880"/>
          </a:xfrm>
          <a:custGeom>
            <a:avLst/>
            <a:gdLst/>
            <a:ahLst/>
            <a:cxnLst/>
            <a:rect l="0" t="0" r="r" b="b"/>
            <a:pathLst>
              <a:path w="283" h="283">
                <a:moveTo>
                  <a:pt x="283" y="142"/>
                </a:moveTo>
                <a:cubicBezTo>
                  <a:pt x="283" y="151"/>
                  <a:pt x="282" y="161"/>
                  <a:pt x="280" y="170"/>
                </a:cubicBezTo>
                <a:cubicBezTo>
                  <a:pt x="278" y="179"/>
                  <a:pt x="276" y="188"/>
                  <a:pt x="272" y="196"/>
                </a:cubicBezTo>
                <a:cubicBezTo>
                  <a:pt x="269" y="205"/>
                  <a:pt x="264" y="213"/>
                  <a:pt x="259" y="221"/>
                </a:cubicBezTo>
                <a:cubicBezTo>
                  <a:pt x="254" y="228"/>
                  <a:pt x="248" y="235"/>
                  <a:pt x="241" y="242"/>
                </a:cubicBezTo>
                <a:cubicBezTo>
                  <a:pt x="234" y="248"/>
                  <a:pt x="227" y="254"/>
                  <a:pt x="219" y="259"/>
                </a:cubicBezTo>
                <a:cubicBezTo>
                  <a:pt x="211" y="265"/>
                  <a:pt x="203" y="269"/>
                  <a:pt x="195" y="273"/>
                </a:cubicBezTo>
                <a:cubicBezTo>
                  <a:pt x="186" y="276"/>
                  <a:pt x="177" y="279"/>
                  <a:pt x="168" y="281"/>
                </a:cubicBezTo>
                <a:cubicBezTo>
                  <a:pt x="159" y="282"/>
                  <a:pt x="150" y="283"/>
                  <a:pt x="141" y="283"/>
                </a:cubicBezTo>
                <a:cubicBezTo>
                  <a:pt x="132" y="283"/>
                  <a:pt x="122" y="282"/>
                  <a:pt x="113" y="281"/>
                </a:cubicBezTo>
                <a:cubicBezTo>
                  <a:pt x="104" y="279"/>
                  <a:pt x="95" y="276"/>
                  <a:pt x="87" y="273"/>
                </a:cubicBezTo>
                <a:cubicBezTo>
                  <a:pt x="78" y="269"/>
                  <a:pt x="70" y="265"/>
                  <a:pt x="62" y="259"/>
                </a:cubicBezTo>
                <a:cubicBezTo>
                  <a:pt x="55" y="254"/>
                  <a:pt x="48" y="248"/>
                  <a:pt x="41" y="242"/>
                </a:cubicBezTo>
                <a:cubicBezTo>
                  <a:pt x="34" y="235"/>
                  <a:pt x="29" y="228"/>
                  <a:pt x="23" y="221"/>
                </a:cubicBezTo>
                <a:cubicBezTo>
                  <a:pt x="18" y="213"/>
                  <a:pt x="14" y="205"/>
                  <a:pt x="10" y="196"/>
                </a:cubicBezTo>
                <a:cubicBezTo>
                  <a:pt x="7" y="188"/>
                  <a:pt x="4" y="179"/>
                  <a:pt x="2" y="170"/>
                </a:cubicBezTo>
                <a:cubicBezTo>
                  <a:pt x="1" y="161"/>
                  <a:pt x="0" y="151"/>
                  <a:pt x="0" y="142"/>
                </a:cubicBezTo>
                <a:cubicBezTo>
                  <a:pt x="0" y="133"/>
                  <a:pt x="1" y="124"/>
                  <a:pt x="2" y="115"/>
                </a:cubicBezTo>
                <a:cubicBezTo>
                  <a:pt x="4" y="106"/>
                  <a:pt x="7" y="97"/>
                  <a:pt x="10" y="88"/>
                </a:cubicBezTo>
                <a:cubicBezTo>
                  <a:pt x="14" y="80"/>
                  <a:pt x="18" y="71"/>
                  <a:pt x="23" y="64"/>
                </a:cubicBezTo>
                <a:cubicBezTo>
                  <a:pt x="29" y="55"/>
                  <a:pt x="34" y="48"/>
                  <a:pt x="41" y="41"/>
                </a:cubicBezTo>
                <a:cubicBezTo>
                  <a:pt x="48" y="35"/>
                  <a:pt x="55" y="29"/>
                  <a:pt x="62" y="24"/>
                </a:cubicBezTo>
                <a:cubicBezTo>
                  <a:pt x="70" y="19"/>
                  <a:pt x="78" y="14"/>
                  <a:pt x="87" y="11"/>
                </a:cubicBezTo>
                <a:cubicBezTo>
                  <a:pt x="95" y="7"/>
                  <a:pt x="104" y="5"/>
                  <a:pt x="113" y="3"/>
                </a:cubicBezTo>
                <a:cubicBezTo>
                  <a:pt x="122" y="1"/>
                  <a:pt x="132" y="0"/>
                  <a:pt x="141" y="0"/>
                </a:cubicBezTo>
                <a:cubicBezTo>
                  <a:pt x="150" y="0"/>
                  <a:pt x="159" y="1"/>
                  <a:pt x="168" y="3"/>
                </a:cubicBezTo>
                <a:cubicBezTo>
                  <a:pt x="177" y="5"/>
                  <a:pt x="186" y="7"/>
                  <a:pt x="195" y="11"/>
                </a:cubicBezTo>
                <a:cubicBezTo>
                  <a:pt x="203" y="14"/>
                  <a:pt x="211" y="19"/>
                  <a:pt x="219" y="24"/>
                </a:cubicBezTo>
                <a:cubicBezTo>
                  <a:pt x="227" y="29"/>
                  <a:pt x="234" y="35"/>
                  <a:pt x="241" y="41"/>
                </a:cubicBezTo>
                <a:cubicBezTo>
                  <a:pt x="248" y="48"/>
                  <a:pt x="254" y="55"/>
                  <a:pt x="259" y="64"/>
                </a:cubicBezTo>
                <a:cubicBezTo>
                  <a:pt x="264" y="71"/>
                  <a:pt x="269" y="80"/>
                  <a:pt x="272" y="88"/>
                </a:cubicBezTo>
                <a:cubicBezTo>
                  <a:pt x="276" y="97"/>
                  <a:pt x="278" y="106"/>
                  <a:pt x="280" y="115"/>
                </a:cubicBezTo>
                <a:cubicBezTo>
                  <a:pt x="282" y="124"/>
                  <a:pt x="283" y="133"/>
                  <a:pt x="283" y="142"/>
                </a:cubicBezTo>
                <a:close/>
              </a:path>
            </a:pathLst>
          </a:custGeom>
          <a:solidFill>
            <a:srgbClr val="789C3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1" name="Freeform: Shape 70"/>
          <p:cNvSpPr/>
          <p:nvPr/>
        </p:nvSpPr>
        <p:spPr>
          <a:xfrm>
            <a:off x="1790640" y="3949560"/>
            <a:ext cx="101880" cy="101880"/>
          </a:xfrm>
          <a:custGeom>
            <a:avLst/>
            <a:gdLst/>
            <a:ahLst/>
            <a:cxnLst/>
            <a:rect l="0" t="0" r="r" b="b"/>
            <a:pathLst>
              <a:path w="283" h="283">
                <a:moveTo>
                  <a:pt x="283" y="141"/>
                </a:moveTo>
                <a:cubicBezTo>
                  <a:pt x="283" y="150"/>
                  <a:pt x="282" y="159"/>
                  <a:pt x="280" y="170"/>
                </a:cubicBezTo>
                <a:cubicBezTo>
                  <a:pt x="278" y="179"/>
                  <a:pt x="276" y="187"/>
                  <a:pt x="272" y="196"/>
                </a:cubicBezTo>
                <a:cubicBezTo>
                  <a:pt x="269" y="205"/>
                  <a:pt x="264" y="213"/>
                  <a:pt x="259" y="220"/>
                </a:cubicBezTo>
                <a:cubicBezTo>
                  <a:pt x="254" y="228"/>
                  <a:pt x="248" y="235"/>
                  <a:pt x="241" y="242"/>
                </a:cubicBezTo>
                <a:cubicBezTo>
                  <a:pt x="234" y="248"/>
                  <a:pt x="227" y="254"/>
                  <a:pt x="219" y="259"/>
                </a:cubicBezTo>
                <a:cubicBezTo>
                  <a:pt x="211" y="264"/>
                  <a:pt x="203" y="269"/>
                  <a:pt x="195" y="272"/>
                </a:cubicBezTo>
                <a:cubicBezTo>
                  <a:pt x="186" y="276"/>
                  <a:pt x="177" y="279"/>
                  <a:pt x="168" y="280"/>
                </a:cubicBezTo>
                <a:cubicBezTo>
                  <a:pt x="159" y="282"/>
                  <a:pt x="150" y="283"/>
                  <a:pt x="141" y="283"/>
                </a:cubicBezTo>
                <a:cubicBezTo>
                  <a:pt x="132" y="283"/>
                  <a:pt x="122" y="282"/>
                  <a:pt x="113" y="280"/>
                </a:cubicBezTo>
                <a:cubicBezTo>
                  <a:pt x="104" y="279"/>
                  <a:pt x="95" y="276"/>
                  <a:pt x="87" y="272"/>
                </a:cubicBezTo>
                <a:cubicBezTo>
                  <a:pt x="78" y="269"/>
                  <a:pt x="70" y="264"/>
                  <a:pt x="62" y="259"/>
                </a:cubicBezTo>
                <a:cubicBezTo>
                  <a:pt x="55" y="254"/>
                  <a:pt x="48" y="248"/>
                  <a:pt x="41" y="242"/>
                </a:cubicBezTo>
                <a:cubicBezTo>
                  <a:pt x="34" y="235"/>
                  <a:pt x="29" y="228"/>
                  <a:pt x="23" y="220"/>
                </a:cubicBezTo>
                <a:cubicBezTo>
                  <a:pt x="18" y="213"/>
                  <a:pt x="14" y="205"/>
                  <a:pt x="10" y="196"/>
                </a:cubicBezTo>
                <a:cubicBezTo>
                  <a:pt x="7" y="187"/>
                  <a:pt x="4" y="179"/>
                  <a:pt x="2" y="170"/>
                </a:cubicBezTo>
                <a:cubicBezTo>
                  <a:pt x="1" y="159"/>
                  <a:pt x="0" y="150"/>
                  <a:pt x="0" y="141"/>
                </a:cubicBezTo>
                <a:cubicBezTo>
                  <a:pt x="0" y="132"/>
                  <a:pt x="1" y="123"/>
                  <a:pt x="2" y="113"/>
                </a:cubicBezTo>
                <a:cubicBezTo>
                  <a:pt x="4" y="104"/>
                  <a:pt x="7" y="96"/>
                  <a:pt x="10" y="87"/>
                </a:cubicBezTo>
                <a:cubicBezTo>
                  <a:pt x="14" y="78"/>
                  <a:pt x="18" y="70"/>
                  <a:pt x="23" y="63"/>
                </a:cubicBezTo>
                <a:cubicBezTo>
                  <a:pt x="29" y="55"/>
                  <a:pt x="34" y="48"/>
                  <a:pt x="41" y="41"/>
                </a:cubicBezTo>
                <a:cubicBezTo>
                  <a:pt x="48" y="35"/>
                  <a:pt x="55" y="29"/>
                  <a:pt x="62" y="24"/>
                </a:cubicBezTo>
                <a:cubicBezTo>
                  <a:pt x="70" y="19"/>
                  <a:pt x="78" y="14"/>
                  <a:pt x="87" y="11"/>
                </a:cubicBezTo>
                <a:cubicBezTo>
                  <a:pt x="95" y="7"/>
                  <a:pt x="104" y="4"/>
                  <a:pt x="113" y="3"/>
                </a:cubicBezTo>
                <a:cubicBezTo>
                  <a:pt x="122" y="1"/>
                  <a:pt x="132" y="0"/>
                  <a:pt x="141" y="0"/>
                </a:cubicBezTo>
                <a:cubicBezTo>
                  <a:pt x="150" y="0"/>
                  <a:pt x="159" y="1"/>
                  <a:pt x="168" y="3"/>
                </a:cubicBezTo>
                <a:cubicBezTo>
                  <a:pt x="177" y="4"/>
                  <a:pt x="186" y="7"/>
                  <a:pt x="195" y="11"/>
                </a:cubicBezTo>
                <a:cubicBezTo>
                  <a:pt x="203" y="14"/>
                  <a:pt x="211" y="19"/>
                  <a:pt x="219" y="24"/>
                </a:cubicBezTo>
                <a:cubicBezTo>
                  <a:pt x="227" y="29"/>
                  <a:pt x="234" y="35"/>
                  <a:pt x="241" y="41"/>
                </a:cubicBezTo>
                <a:cubicBezTo>
                  <a:pt x="248" y="48"/>
                  <a:pt x="254" y="55"/>
                  <a:pt x="259" y="63"/>
                </a:cubicBezTo>
                <a:cubicBezTo>
                  <a:pt x="264" y="70"/>
                  <a:pt x="269" y="78"/>
                  <a:pt x="272" y="87"/>
                </a:cubicBezTo>
                <a:cubicBezTo>
                  <a:pt x="276" y="96"/>
                  <a:pt x="278" y="104"/>
                  <a:pt x="280" y="113"/>
                </a:cubicBezTo>
                <a:cubicBezTo>
                  <a:pt x="282" y="123"/>
                  <a:pt x="283" y="132"/>
                  <a:pt x="283" y="141"/>
                </a:cubicBezTo>
                <a:close/>
              </a:path>
            </a:pathLst>
          </a:custGeom>
          <a:solidFill>
            <a:srgbClr val="789C3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2" name="Freeform: Shape 71"/>
          <p:cNvSpPr/>
          <p:nvPr/>
        </p:nvSpPr>
        <p:spPr>
          <a:xfrm>
            <a:off x="1790640" y="4216320"/>
            <a:ext cx="101880" cy="101880"/>
          </a:xfrm>
          <a:custGeom>
            <a:avLst/>
            <a:gdLst/>
            <a:ahLst/>
            <a:cxnLst/>
            <a:rect l="0" t="0" r="r" b="b"/>
            <a:pathLst>
              <a:path w="283" h="283">
                <a:moveTo>
                  <a:pt x="283" y="141"/>
                </a:moveTo>
                <a:cubicBezTo>
                  <a:pt x="283" y="150"/>
                  <a:pt x="282" y="159"/>
                  <a:pt x="280" y="168"/>
                </a:cubicBezTo>
                <a:cubicBezTo>
                  <a:pt x="278" y="177"/>
                  <a:pt x="276" y="186"/>
                  <a:pt x="272" y="195"/>
                </a:cubicBezTo>
                <a:cubicBezTo>
                  <a:pt x="269" y="203"/>
                  <a:pt x="264" y="212"/>
                  <a:pt x="259" y="219"/>
                </a:cubicBezTo>
                <a:cubicBezTo>
                  <a:pt x="254" y="227"/>
                  <a:pt x="248" y="234"/>
                  <a:pt x="241" y="241"/>
                </a:cubicBezTo>
                <a:cubicBezTo>
                  <a:pt x="234" y="247"/>
                  <a:pt x="227" y="253"/>
                  <a:pt x="219" y="258"/>
                </a:cubicBezTo>
                <a:cubicBezTo>
                  <a:pt x="211" y="263"/>
                  <a:pt x="203" y="268"/>
                  <a:pt x="195" y="271"/>
                </a:cubicBezTo>
                <a:cubicBezTo>
                  <a:pt x="186" y="276"/>
                  <a:pt x="177" y="278"/>
                  <a:pt x="168" y="280"/>
                </a:cubicBezTo>
                <a:cubicBezTo>
                  <a:pt x="159" y="282"/>
                  <a:pt x="150" y="283"/>
                  <a:pt x="141" y="283"/>
                </a:cubicBezTo>
                <a:cubicBezTo>
                  <a:pt x="132" y="283"/>
                  <a:pt x="122" y="282"/>
                  <a:pt x="113" y="280"/>
                </a:cubicBezTo>
                <a:cubicBezTo>
                  <a:pt x="104" y="278"/>
                  <a:pt x="95" y="276"/>
                  <a:pt x="87" y="271"/>
                </a:cubicBezTo>
                <a:cubicBezTo>
                  <a:pt x="78" y="268"/>
                  <a:pt x="70" y="263"/>
                  <a:pt x="62" y="258"/>
                </a:cubicBezTo>
                <a:cubicBezTo>
                  <a:pt x="55" y="253"/>
                  <a:pt x="48" y="247"/>
                  <a:pt x="41" y="241"/>
                </a:cubicBezTo>
                <a:cubicBezTo>
                  <a:pt x="34" y="234"/>
                  <a:pt x="29" y="227"/>
                  <a:pt x="23" y="219"/>
                </a:cubicBezTo>
                <a:cubicBezTo>
                  <a:pt x="18" y="212"/>
                  <a:pt x="14" y="203"/>
                  <a:pt x="10" y="195"/>
                </a:cubicBezTo>
                <a:cubicBezTo>
                  <a:pt x="7" y="186"/>
                  <a:pt x="4" y="177"/>
                  <a:pt x="2" y="168"/>
                </a:cubicBezTo>
                <a:cubicBezTo>
                  <a:pt x="1" y="159"/>
                  <a:pt x="0" y="150"/>
                  <a:pt x="0" y="141"/>
                </a:cubicBezTo>
                <a:cubicBezTo>
                  <a:pt x="0" y="132"/>
                  <a:pt x="1" y="122"/>
                  <a:pt x="2" y="113"/>
                </a:cubicBezTo>
                <a:cubicBezTo>
                  <a:pt x="4" y="104"/>
                  <a:pt x="7" y="95"/>
                  <a:pt x="10" y="87"/>
                </a:cubicBezTo>
                <a:cubicBezTo>
                  <a:pt x="14" y="78"/>
                  <a:pt x="18" y="70"/>
                  <a:pt x="23" y="62"/>
                </a:cubicBezTo>
                <a:cubicBezTo>
                  <a:pt x="29" y="55"/>
                  <a:pt x="34" y="48"/>
                  <a:pt x="41" y="41"/>
                </a:cubicBezTo>
                <a:cubicBezTo>
                  <a:pt x="48" y="34"/>
                  <a:pt x="55" y="29"/>
                  <a:pt x="62" y="24"/>
                </a:cubicBezTo>
                <a:cubicBezTo>
                  <a:pt x="70" y="18"/>
                  <a:pt x="78" y="14"/>
                  <a:pt x="87" y="10"/>
                </a:cubicBezTo>
                <a:cubicBezTo>
                  <a:pt x="95" y="7"/>
                  <a:pt x="104" y="4"/>
                  <a:pt x="113" y="2"/>
                </a:cubicBezTo>
                <a:cubicBezTo>
                  <a:pt x="122" y="1"/>
                  <a:pt x="132" y="0"/>
                  <a:pt x="141" y="0"/>
                </a:cubicBezTo>
                <a:cubicBezTo>
                  <a:pt x="150" y="0"/>
                  <a:pt x="159" y="1"/>
                  <a:pt x="168" y="2"/>
                </a:cubicBezTo>
                <a:cubicBezTo>
                  <a:pt x="177" y="4"/>
                  <a:pt x="186" y="7"/>
                  <a:pt x="195" y="10"/>
                </a:cubicBezTo>
                <a:cubicBezTo>
                  <a:pt x="203" y="14"/>
                  <a:pt x="211" y="18"/>
                  <a:pt x="219" y="24"/>
                </a:cubicBezTo>
                <a:cubicBezTo>
                  <a:pt x="227" y="29"/>
                  <a:pt x="234" y="34"/>
                  <a:pt x="241" y="41"/>
                </a:cubicBezTo>
                <a:cubicBezTo>
                  <a:pt x="248" y="48"/>
                  <a:pt x="254" y="55"/>
                  <a:pt x="259" y="62"/>
                </a:cubicBezTo>
                <a:cubicBezTo>
                  <a:pt x="264" y="70"/>
                  <a:pt x="269" y="78"/>
                  <a:pt x="272" y="87"/>
                </a:cubicBezTo>
                <a:cubicBezTo>
                  <a:pt x="276" y="95"/>
                  <a:pt x="278" y="104"/>
                  <a:pt x="280" y="113"/>
                </a:cubicBezTo>
                <a:cubicBezTo>
                  <a:pt x="282" y="122"/>
                  <a:pt x="283" y="132"/>
                  <a:pt x="283" y="141"/>
                </a:cubicBezTo>
                <a:close/>
              </a:path>
            </a:pathLst>
          </a:custGeom>
          <a:solidFill>
            <a:srgbClr val="789C3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3" name="Freeform: Shape 72"/>
          <p:cNvSpPr/>
          <p:nvPr/>
        </p:nvSpPr>
        <p:spPr>
          <a:xfrm>
            <a:off x="1790640" y="4483080"/>
            <a:ext cx="101880" cy="101880"/>
          </a:xfrm>
          <a:custGeom>
            <a:avLst/>
            <a:gdLst/>
            <a:ahLst/>
            <a:cxnLst/>
            <a:rect l="0" t="0" r="r" b="b"/>
            <a:pathLst>
              <a:path w="283" h="283">
                <a:moveTo>
                  <a:pt x="283" y="142"/>
                </a:moveTo>
                <a:cubicBezTo>
                  <a:pt x="283" y="151"/>
                  <a:pt x="282" y="160"/>
                  <a:pt x="280" y="169"/>
                </a:cubicBezTo>
                <a:cubicBezTo>
                  <a:pt x="278" y="178"/>
                  <a:pt x="276" y="187"/>
                  <a:pt x="272" y="196"/>
                </a:cubicBezTo>
                <a:cubicBezTo>
                  <a:pt x="269" y="204"/>
                  <a:pt x="264" y="212"/>
                  <a:pt x="259" y="220"/>
                </a:cubicBezTo>
                <a:cubicBezTo>
                  <a:pt x="254" y="228"/>
                  <a:pt x="248" y="235"/>
                  <a:pt x="241" y="241"/>
                </a:cubicBezTo>
                <a:cubicBezTo>
                  <a:pt x="234" y="248"/>
                  <a:pt x="227" y="254"/>
                  <a:pt x="219" y="259"/>
                </a:cubicBezTo>
                <a:cubicBezTo>
                  <a:pt x="211" y="264"/>
                  <a:pt x="203" y="268"/>
                  <a:pt x="195" y="272"/>
                </a:cubicBezTo>
                <a:cubicBezTo>
                  <a:pt x="186" y="276"/>
                  <a:pt x="177" y="278"/>
                  <a:pt x="168" y="280"/>
                </a:cubicBezTo>
                <a:cubicBezTo>
                  <a:pt x="159" y="282"/>
                  <a:pt x="150" y="283"/>
                  <a:pt x="141" y="283"/>
                </a:cubicBezTo>
                <a:cubicBezTo>
                  <a:pt x="132" y="283"/>
                  <a:pt x="122" y="282"/>
                  <a:pt x="113" y="280"/>
                </a:cubicBezTo>
                <a:cubicBezTo>
                  <a:pt x="104" y="278"/>
                  <a:pt x="95" y="276"/>
                  <a:pt x="87" y="272"/>
                </a:cubicBezTo>
                <a:cubicBezTo>
                  <a:pt x="78" y="268"/>
                  <a:pt x="70" y="264"/>
                  <a:pt x="62" y="259"/>
                </a:cubicBezTo>
                <a:cubicBezTo>
                  <a:pt x="55" y="254"/>
                  <a:pt x="48" y="248"/>
                  <a:pt x="41" y="241"/>
                </a:cubicBezTo>
                <a:cubicBezTo>
                  <a:pt x="34" y="235"/>
                  <a:pt x="29" y="228"/>
                  <a:pt x="23" y="220"/>
                </a:cubicBezTo>
                <a:cubicBezTo>
                  <a:pt x="18" y="212"/>
                  <a:pt x="14" y="204"/>
                  <a:pt x="10" y="196"/>
                </a:cubicBezTo>
                <a:cubicBezTo>
                  <a:pt x="7" y="187"/>
                  <a:pt x="4" y="178"/>
                  <a:pt x="2" y="169"/>
                </a:cubicBezTo>
                <a:cubicBezTo>
                  <a:pt x="1" y="160"/>
                  <a:pt x="0" y="151"/>
                  <a:pt x="0" y="142"/>
                </a:cubicBezTo>
                <a:cubicBezTo>
                  <a:pt x="0" y="132"/>
                  <a:pt x="1" y="123"/>
                  <a:pt x="2" y="114"/>
                </a:cubicBezTo>
                <a:cubicBezTo>
                  <a:pt x="4" y="105"/>
                  <a:pt x="7" y="95"/>
                  <a:pt x="10" y="87"/>
                </a:cubicBezTo>
                <a:cubicBezTo>
                  <a:pt x="14" y="78"/>
                  <a:pt x="18" y="70"/>
                  <a:pt x="23" y="62"/>
                </a:cubicBezTo>
                <a:cubicBezTo>
                  <a:pt x="29" y="55"/>
                  <a:pt x="34" y="47"/>
                  <a:pt x="41" y="41"/>
                </a:cubicBezTo>
                <a:cubicBezTo>
                  <a:pt x="48" y="34"/>
                  <a:pt x="55" y="28"/>
                  <a:pt x="62" y="23"/>
                </a:cubicBezTo>
                <a:cubicBezTo>
                  <a:pt x="70" y="18"/>
                  <a:pt x="78" y="14"/>
                  <a:pt x="87" y="10"/>
                </a:cubicBezTo>
                <a:cubicBezTo>
                  <a:pt x="95" y="7"/>
                  <a:pt x="104" y="4"/>
                  <a:pt x="113" y="2"/>
                </a:cubicBezTo>
                <a:cubicBezTo>
                  <a:pt x="122" y="0"/>
                  <a:pt x="132" y="0"/>
                  <a:pt x="141" y="0"/>
                </a:cubicBezTo>
                <a:cubicBezTo>
                  <a:pt x="150" y="0"/>
                  <a:pt x="159" y="0"/>
                  <a:pt x="168" y="2"/>
                </a:cubicBezTo>
                <a:cubicBezTo>
                  <a:pt x="177" y="4"/>
                  <a:pt x="186" y="7"/>
                  <a:pt x="195" y="10"/>
                </a:cubicBezTo>
                <a:cubicBezTo>
                  <a:pt x="203" y="14"/>
                  <a:pt x="211" y="18"/>
                  <a:pt x="219" y="23"/>
                </a:cubicBezTo>
                <a:cubicBezTo>
                  <a:pt x="227" y="28"/>
                  <a:pt x="234" y="34"/>
                  <a:pt x="241" y="41"/>
                </a:cubicBezTo>
                <a:cubicBezTo>
                  <a:pt x="248" y="47"/>
                  <a:pt x="254" y="55"/>
                  <a:pt x="259" y="62"/>
                </a:cubicBezTo>
                <a:cubicBezTo>
                  <a:pt x="264" y="70"/>
                  <a:pt x="269" y="78"/>
                  <a:pt x="272" y="87"/>
                </a:cubicBezTo>
                <a:cubicBezTo>
                  <a:pt x="276" y="95"/>
                  <a:pt x="278" y="105"/>
                  <a:pt x="280" y="114"/>
                </a:cubicBezTo>
                <a:cubicBezTo>
                  <a:pt x="282" y="123"/>
                  <a:pt x="283" y="132"/>
                  <a:pt x="283" y="142"/>
                </a:cubicBezTo>
                <a:close/>
              </a:path>
            </a:pathLst>
          </a:custGeom>
          <a:solidFill>
            <a:srgbClr val="789C3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4" name="Freeform: Shape 73"/>
          <p:cNvSpPr/>
          <p:nvPr/>
        </p:nvSpPr>
        <p:spPr>
          <a:xfrm>
            <a:off x="1790640" y="5270400"/>
            <a:ext cx="101880" cy="101880"/>
          </a:xfrm>
          <a:custGeom>
            <a:avLst/>
            <a:gdLst/>
            <a:ahLst/>
            <a:cxnLst/>
            <a:rect l="0" t="0" r="r" b="b"/>
            <a:pathLst>
              <a:path w="283" h="283">
                <a:moveTo>
                  <a:pt x="283" y="141"/>
                </a:moveTo>
                <a:cubicBezTo>
                  <a:pt x="283" y="150"/>
                  <a:pt x="282" y="159"/>
                  <a:pt x="280" y="169"/>
                </a:cubicBezTo>
                <a:cubicBezTo>
                  <a:pt x="278" y="179"/>
                  <a:pt x="276" y="187"/>
                  <a:pt x="272" y="196"/>
                </a:cubicBezTo>
                <a:cubicBezTo>
                  <a:pt x="269" y="204"/>
                  <a:pt x="264" y="213"/>
                  <a:pt x="259" y="220"/>
                </a:cubicBezTo>
                <a:cubicBezTo>
                  <a:pt x="254" y="228"/>
                  <a:pt x="248" y="235"/>
                  <a:pt x="241" y="242"/>
                </a:cubicBezTo>
                <a:cubicBezTo>
                  <a:pt x="234" y="248"/>
                  <a:pt x="227" y="254"/>
                  <a:pt x="219" y="259"/>
                </a:cubicBezTo>
                <a:cubicBezTo>
                  <a:pt x="211" y="264"/>
                  <a:pt x="203" y="269"/>
                  <a:pt x="195" y="272"/>
                </a:cubicBezTo>
                <a:cubicBezTo>
                  <a:pt x="186" y="276"/>
                  <a:pt x="177" y="278"/>
                  <a:pt x="168" y="280"/>
                </a:cubicBezTo>
                <a:cubicBezTo>
                  <a:pt x="159" y="282"/>
                  <a:pt x="150" y="283"/>
                  <a:pt x="141" y="283"/>
                </a:cubicBezTo>
                <a:cubicBezTo>
                  <a:pt x="132" y="283"/>
                  <a:pt x="122" y="282"/>
                  <a:pt x="113" y="280"/>
                </a:cubicBezTo>
                <a:cubicBezTo>
                  <a:pt x="104" y="278"/>
                  <a:pt x="95" y="276"/>
                  <a:pt x="87" y="272"/>
                </a:cubicBezTo>
                <a:cubicBezTo>
                  <a:pt x="78" y="269"/>
                  <a:pt x="70" y="264"/>
                  <a:pt x="62" y="259"/>
                </a:cubicBezTo>
                <a:cubicBezTo>
                  <a:pt x="55" y="254"/>
                  <a:pt x="48" y="248"/>
                  <a:pt x="41" y="242"/>
                </a:cubicBezTo>
                <a:cubicBezTo>
                  <a:pt x="34" y="235"/>
                  <a:pt x="29" y="228"/>
                  <a:pt x="23" y="220"/>
                </a:cubicBezTo>
                <a:cubicBezTo>
                  <a:pt x="18" y="213"/>
                  <a:pt x="14" y="204"/>
                  <a:pt x="10" y="196"/>
                </a:cubicBezTo>
                <a:cubicBezTo>
                  <a:pt x="7" y="187"/>
                  <a:pt x="4" y="179"/>
                  <a:pt x="2" y="169"/>
                </a:cubicBezTo>
                <a:cubicBezTo>
                  <a:pt x="1" y="159"/>
                  <a:pt x="0" y="150"/>
                  <a:pt x="0" y="141"/>
                </a:cubicBezTo>
                <a:cubicBezTo>
                  <a:pt x="0" y="132"/>
                  <a:pt x="1" y="122"/>
                  <a:pt x="2" y="113"/>
                </a:cubicBezTo>
                <a:cubicBezTo>
                  <a:pt x="4" y="104"/>
                  <a:pt x="7" y="95"/>
                  <a:pt x="10" y="87"/>
                </a:cubicBezTo>
                <a:cubicBezTo>
                  <a:pt x="14" y="78"/>
                  <a:pt x="18" y="70"/>
                  <a:pt x="23" y="62"/>
                </a:cubicBezTo>
                <a:cubicBezTo>
                  <a:pt x="29" y="55"/>
                  <a:pt x="34" y="48"/>
                  <a:pt x="41" y="41"/>
                </a:cubicBezTo>
                <a:cubicBezTo>
                  <a:pt x="48" y="35"/>
                  <a:pt x="55" y="29"/>
                  <a:pt x="62" y="24"/>
                </a:cubicBezTo>
                <a:cubicBezTo>
                  <a:pt x="70" y="18"/>
                  <a:pt x="78" y="14"/>
                  <a:pt x="87" y="11"/>
                </a:cubicBezTo>
                <a:cubicBezTo>
                  <a:pt x="95" y="7"/>
                  <a:pt x="104" y="4"/>
                  <a:pt x="113" y="2"/>
                </a:cubicBezTo>
                <a:cubicBezTo>
                  <a:pt x="122" y="1"/>
                  <a:pt x="132" y="0"/>
                  <a:pt x="141" y="0"/>
                </a:cubicBezTo>
                <a:cubicBezTo>
                  <a:pt x="150" y="0"/>
                  <a:pt x="159" y="1"/>
                  <a:pt x="168" y="2"/>
                </a:cubicBezTo>
                <a:cubicBezTo>
                  <a:pt x="177" y="4"/>
                  <a:pt x="186" y="7"/>
                  <a:pt x="195" y="11"/>
                </a:cubicBezTo>
                <a:cubicBezTo>
                  <a:pt x="203" y="14"/>
                  <a:pt x="211" y="18"/>
                  <a:pt x="219" y="24"/>
                </a:cubicBezTo>
                <a:cubicBezTo>
                  <a:pt x="227" y="29"/>
                  <a:pt x="234" y="35"/>
                  <a:pt x="241" y="41"/>
                </a:cubicBezTo>
                <a:cubicBezTo>
                  <a:pt x="248" y="48"/>
                  <a:pt x="254" y="55"/>
                  <a:pt x="259" y="62"/>
                </a:cubicBezTo>
                <a:cubicBezTo>
                  <a:pt x="264" y="70"/>
                  <a:pt x="269" y="78"/>
                  <a:pt x="272" y="87"/>
                </a:cubicBezTo>
                <a:cubicBezTo>
                  <a:pt x="276" y="95"/>
                  <a:pt x="278" y="104"/>
                  <a:pt x="280" y="113"/>
                </a:cubicBezTo>
                <a:cubicBezTo>
                  <a:pt x="282" y="122"/>
                  <a:pt x="283" y="132"/>
                  <a:pt x="283" y="141"/>
                </a:cubicBezTo>
                <a:close/>
              </a:path>
            </a:pathLst>
          </a:custGeom>
          <a:solidFill>
            <a:srgbClr val="789C3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5" name="Freeform: Shape 74"/>
          <p:cNvSpPr/>
          <p:nvPr/>
        </p:nvSpPr>
        <p:spPr>
          <a:xfrm>
            <a:off x="1657800" y="2648520"/>
            <a:ext cx="367200" cy="367200"/>
          </a:xfrm>
          <a:custGeom>
            <a:avLst/>
            <a:gdLst/>
            <a:ahLst/>
            <a:cxnLst/>
            <a:rect l="0" t="0" r="r" b="b"/>
            <a:pathLst>
              <a:path w="1020" h="1020">
                <a:moveTo>
                  <a:pt x="1020" y="510"/>
                </a:moveTo>
                <a:cubicBezTo>
                  <a:pt x="1020" y="544"/>
                  <a:pt x="1017" y="577"/>
                  <a:pt x="1011" y="610"/>
                </a:cubicBezTo>
                <a:cubicBezTo>
                  <a:pt x="1004" y="643"/>
                  <a:pt x="993" y="675"/>
                  <a:pt x="981" y="705"/>
                </a:cubicBezTo>
                <a:cubicBezTo>
                  <a:pt x="968" y="736"/>
                  <a:pt x="952" y="766"/>
                  <a:pt x="933" y="794"/>
                </a:cubicBezTo>
                <a:cubicBezTo>
                  <a:pt x="915" y="821"/>
                  <a:pt x="894" y="847"/>
                  <a:pt x="870" y="871"/>
                </a:cubicBezTo>
                <a:cubicBezTo>
                  <a:pt x="846" y="894"/>
                  <a:pt x="821" y="916"/>
                  <a:pt x="793" y="934"/>
                </a:cubicBezTo>
                <a:cubicBezTo>
                  <a:pt x="765" y="953"/>
                  <a:pt x="736" y="968"/>
                  <a:pt x="705" y="981"/>
                </a:cubicBezTo>
                <a:cubicBezTo>
                  <a:pt x="674" y="994"/>
                  <a:pt x="642" y="1004"/>
                  <a:pt x="609" y="1010"/>
                </a:cubicBezTo>
                <a:cubicBezTo>
                  <a:pt x="576" y="1017"/>
                  <a:pt x="543" y="1020"/>
                  <a:pt x="510" y="1020"/>
                </a:cubicBezTo>
                <a:cubicBezTo>
                  <a:pt x="476" y="1020"/>
                  <a:pt x="443" y="1017"/>
                  <a:pt x="410" y="1010"/>
                </a:cubicBezTo>
                <a:cubicBezTo>
                  <a:pt x="378" y="1004"/>
                  <a:pt x="346" y="994"/>
                  <a:pt x="315" y="981"/>
                </a:cubicBezTo>
                <a:cubicBezTo>
                  <a:pt x="284" y="968"/>
                  <a:pt x="254" y="953"/>
                  <a:pt x="227" y="934"/>
                </a:cubicBezTo>
                <a:cubicBezTo>
                  <a:pt x="199" y="916"/>
                  <a:pt x="173" y="894"/>
                  <a:pt x="149" y="871"/>
                </a:cubicBezTo>
                <a:cubicBezTo>
                  <a:pt x="126" y="847"/>
                  <a:pt x="105" y="821"/>
                  <a:pt x="86" y="794"/>
                </a:cubicBezTo>
                <a:cubicBezTo>
                  <a:pt x="67" y="766"/>
                  <a:pt x="52" y="736"/>
                  <a:pt x="39" y="705"/>
                </a:cubicBezTo>
                <a:cubicBezTo>
                  <a:pt x="26" y="675"/>
                  <a:pt x="17" y="643"/>
                  <a:pt x="10" y="610"/>
                </a:cubicBezTo>
                <a:cubicBezTo>
                  <a:pt x="3" y="577"/>
                  <a:pt x="0" y="544"/>
                  <a:pt x="0" y="510"/>
                </a:cubicBezTo>
                <a:cubicBezTo>
                  <a:pt x="0" y="477"/>
                  <a:pt x="3" y="444"/>
                  <a:pt x="10" y="411"/>
                </a:cubicBezTo>
                <a:cubicBezTo>
                  <a:pt x="17" y="378"/>
                  <a:pt x="26" y="346"/>
                  <a:pt x="39" y="315"/>
                </a:cubicBezTo>
                <a:cubicBezTo>
                  <a:pt x="52" y="284"/>
                  <a:pt x="67" y="254"/>
                  <a:pt x="86" y="226"/>
                </a:cubicBezTo>
                <a:cubicBezTo>
                  <a:pt x="105" y="199"/>
                  <a:pt x="126" y="173"/>
                  <a:pt x="149" y="149"/>
                </a:cubicBezTo>
                <a:cubicBezTo>
                  <a:pt x="173" y="125"/>
                  <a:pt x="199" y="104"/>
                  <a:pt x="227" y="86"/>
                </a:cubicBezTo>
                <a:cubicBezTo>
                  <a:pt x="254" y="67"/>
                  <a:pt x="284" y="51"/>
                  <a:pt x="315" y="39"/>
                </a:cubicBezTo>
                <a:cubicBezTo>
                  <a:pt x="346" y="26"/>
                  <a:pt x="378" y="16"/>
                  <a:pt x="410" y="10"/>
                </a:cubicBezTo>
                <a:cubicBezTo>
                  <a:pt x="443" y="3"/>
                  <a:pt x="476" y="0"/>
                  <a:pt x="510" y="0"/>
                </a:cubicBezTo>
                <a:cubicBezTo>
                  <a:pt x="543" y="0"/>
                  <a:pt x="576" y="3"/>
                  <a:pt x="609" y="10"/>
                </a:cubicBezTo>
                <a:cubicBezTo>
                  <a:pt x="642" y="16"/>
                  <a:pt x="674" y="26"/>
                  <a:pt x="705" y="39"/>
                </a:cubicBezTo>
                <a:cubicBezTo>
                  <a:pt x="736" y="51"/>
                  <a:pt x="765" y="67"/>
                  <a:pt x="793" y="86"/>
                </a:cubicBezTo>
                <a:cubicBezTo>
                  <a:pt x="821" y="104"/>
                  <a:pt x="846" y="125"/>
                  <a:pt x="870" y="149"/>
                </a:cubicBezTo>
                <a:cubicBezTo>
                  <a:pt x="894" y="173"/>
                  <a:pt x="915" y="199"/>
                  <a:pt x="933" y="226"/>
                </a:cubicBezTo>
                <a:cubicBezTo>
                  <a:pt x="952" y="254"/>
                  <a:pt x="968" y="284"/>
                  <a:pt x="981" y="315"/>
                </a:cubicBezTo>
                <a:cubicBezTo>
                  <a:pt x="993" y="346"/>
                  <a:pt x="1004" y="378"/>
                  <a:pt x="1011" y="411"/>
                </a:cubicBezTo>
                <a:cubicBezTo>
                  <a:pt x="1017" y="444"/>
                  <a:pt x="1020" y="477"/>
                  <a:pt x="1020" y="510"/>
                </a:cubicBezTo>
                <a:close/>
              </a:path>
            </a:pathLst>
          </a:custGeom>
          <a:solidFill>
            <a:srgbClr val="789C3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6" name="Freeform: Shape 75"/>
          <p:cNvSpPr/>
          <p:nvPr/>
        </p:nvSpPr>
        <p:spPr>
          <a:xfrm>
            <a:off x="1728360" y="2719080"/>
            <a:ext cx="226440" cy="226080"/>
          </a:xfrm>
          <a:custGeom>
            <a:avLst/>
            <a:gdLst/>
            <a:ahLst/>
            <a:cxnLst/>
            <a:rect l="0" t="0" r="r" b="b"/>
            <a:pathLst>
              <a:path w="629" h="628">
                <a:moveTo>
                  <a:pt x="616" y="280"/>
                </a:moveTo>
                <a:lnTo>
                  <a:pt x="549" y="213"/>
                </a:lnTo>
                <a:cubicBezTo>
                  <a:pt x="591" y="201"/>
                  <a:pt x="624" y="159"/>
                  <a:pt x="624" y="109"/>
                </a:cubicBezTo>
                <a:cubicBezTo>
                  <a:pt x="624" y="50"/>
                  <a:pt x="574" y="0"/>
                  <a:pt x="514" y="0"/>
                </a:cubicBezTo>
                <a:cubicBezTo>
                  <a:pt x="468" y="0"/>
                  <a:pt x="427" y="33"/>
                  <a:pt x="410" y="75"/>
                </a:cubicBezTo>
                <a:lnTo>
                  <a:pt x="347" y="12"/>
                </a:lnTo>
                <a:cubicBezTo>
                  <a:pt x="330" y="-4"/>
                  <a:pt x="297" y="-4"/>
                  <a:pt x="280" y="12"/>
                </a:cubicBezTo>
                <a:lnTo>
                  <a:pt x="188" y="104"/>
                </a:lnTo>
                <a:cubicBezTo>
                  <a:pt x="184" y="113"/>
                  <a:pt x="184" y="121"/>
                  <a:pt x="184" y="129"/>
                </a:cubicBezTo>
                <a:cubicBezTo>
                  <a:pt x="188" y="138"/>
                  <a:pt x="197" y="142"/>
                  <a:pt x="205" y="138"/>
                </a:cubicBezTo>
                <a:lnTo>
                  <a:pt x="218" y="138"/>
                </a:lnTo>
                <a:cubicBezTo>
                  <a:pt x="259" y="138"/>
                  <a:pt x="293" y="171"/>
                  <a:pt x="293" y="217"/>
                </a:cubicBezTo>
                <a:cubicBezTo>
                  <a:pt x="293" y="259"/>
                  <a:pt x="264" y="298"/>
                  <a:pt x="218" y="298"/>
                </a:cubicBezTo>
                <a:cubicBezTo>
                  <a:pt x="176" y="298"/>
                  <a:pt x="138" y="259"/>
                  <a:pt x="138" y="217"/>
                </a:cubicBezTo>
                <a:lnTo>
                  <a:pt x="138" y="205"/>
                </a:lnTo>
                <a:cubicBezTo>
                  <a:pt x="138" y="197"/>
                  <a:pt x="135" y="190"/>
                  <a:pt x="130" y="184"/>
                </a:cubicBezTo>
                <a:cubicBezTo>
                  <a:pt x="126" y="175"/>
                  <a:pt x="117" y="175"/>
                  <a:pt x="113" y="184"/>
                </a:cubicBezTo>
                <a:lnTo>
                  <a:pt x="13" y="280"/>
                </a:lnTo>
                <a:cubicBezTo>
                  <a:pt x="-4" y="298"/>
                  <a:pt x="-4" y="327"/>
                  <a:pt x="13" y="348"/>
                </a:cubicBezTo>
                <a:lnTo>
                  <a:pt x="280" y="615"/>
                </a:lnTo>
                <a:cubicBezTo>
                  <a:pt x="289" y="624"/>
                  <a:pt x="301" y="628"/>
                  <a:pt x="314" y="628"/>
                </a:cubicBezTo>
                <a:cubicBezTo>
                  <a:pt x="326" y="628"/>
                  <a:pt x="339" y="624"/>
                  <a:pt x="347" y="615"/>
                </a:cubicBezTo>
                <a:lnTo>
                  <a:pt x="616" y="348"/>
                </a:lnTo>
                <a:cubicBezTo>
                  <a:pt x="633" y="331"/>
                  <a:pt x="633" y="298"/>
                  <a:pt x="616" y="280"/>
                </a:cubicBezTo>
                <a:moveTo>
                  <a:pt x="587" y="319"/>
                </a:moveTo>
                <a:lnTo>
                  <a:pt x="318" y="586"/>
                </a:lnTo>
                <a:cubicBezTo>
                  <a:pt x="314" y="590"/>
                  <a:pt x="310" y="590"/>
                  <a:pt x="305" y="586"/>
                </a:cubicBezTo>
                <a:lnTo>
                  <a:pt x="42" y="319"/>
                </a:lnTo>
                <a:cubicBezTo>
                  <a:pt x="38" y="319"/>
                  <a:pt x="38" y="310"/>
                  <a:pt x="42" y="310"/>
                </a:cubicBezTo>
                <a:lnTo>
                  <a:pt x="109" y="242"/>
                </a:lnTo>
                <a:cubicBezTo>
                  <a:pt x="112" y="255"/>
                  <a:pt x="117" y="267"/>
                  <a:pt x="124" y="277"/>
                </a:cubicBezTo>
                <a:cubicBezTo>
                  <a:pt x="131" y="289"/>
                  <a:pt x="140" y="299"/>
                  <a:pt x="150" y="307"/>
                </a:cubicBezTo>
                <a:cubicBezTo>
                  <a:pt x="161" y="315"/>
                  <a:pt x="172" y="321"/>
                  <a:pt x="184" y="325"/>
                </a:cubicBezTo>
                <a:cubicBezTo>
                  <a:pt x="196" y="329"/>
                  <a:pt x="209" y="331"/>
                  <a:pt x="222" y="331"/>
                </a:cubicBezTo>
                <a:cubicBezTo>
                  <a:pt x="285" y="331"/>
                  <a:pt x="335" y="280"/>
                  <a:pt x="335" y="213"/>
                </a:cubicBezTo>
                <a:cubicBezTo>
                  <a:pt x="335" y="159"/>
                  <a:pt x="301" y="113"/>
                  <a:pt x="251" y="100"/>
                </a:cubicBezTo>
                <a:lnTo>
                  <a:pt x="310" y="42"/>
                </a:lnTo>
                <a:cubicBezTo>
                  <a:pt x="314" y="37"/>
                  <a:pt x="318" y="37"/>
                  <a:pt x="322" y="42"/>
                </a:cubicBezTo>
                <a:lnTo>
                  <a:pt x="418" y="138"/>
                </a:lnTo>
                <a:cubicBezTo>
                  <a:pt x="422" y="142"/>
                  <a:pt x="435" y="146"/>
                  <a:pt x="439" y="142"/>
                </a:cubicBezTo>
                <a:cubicBezTo>
                  <a:pt x="448" y="138"/>
                  <a:pt x="452" y="129"/>
                  <a:pt x="452" y="121"/>
                </a:cubicBezTo>
                <a:lnTo>
                  <a:pt x="452" y="117"/>
                </a:lnTo>
                <a:lnTo>
                  <a:pt x="452" y="113"/>
                </a:lnTo>
                <a:cubicBezTo>
                  <a:pt x="452" y="75"/>
                  <a:pt x="481" y="46"/>
                  <a:pt x="519" y="46"/>
                </a:cubicBezTo>
                <a:cubicBezTo>
                  <a:pt x="557" y="46"/>
                  <a:pt x="587" y="75"/>
                  <a:pt x="587" y="113"/>
                </a:cubicBezTo>
                <a:cubicBezTo>
                  <a:pt x="587" y="150"/>
                  <a:pt x="557" y="180"/>
                  <a:pt x="519" y="180"/>
                </a:cubicBezTo>
                <a:lnTo>
                  <a:pt x="510" y="180"/>
                </a:lnTo>
                <a:cubicBezTo>
                  <a:pt x="502" y="180"/>
                  <a:pt x="494" y="184"/>
                  <a:pt x="489" y="192"/>
                </a:cubicBezTo>
                <a:cubicBezTo>
                  <a:pt x="485" y="201"/>
                  <a:pt x="485" y="209"/>
                  <a:pt x="494" y="213"/>
                </a:cubicBezTo>
                <a:lnTo>
                  <a:pt x="587" y="310"/>
                </a:lnTo>
                <a:cubicBezTo>
                  <a:pt x="591" y="310"/>
                  <a:pt x="591" y="319"/>
                  <a:pt x="587" y="319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7" name="Freeform: Shape 76"/>
          <p:cNvSpPr/>
          <p:nvPr/>
        </p:nvSpPr>
        <p:spPr>
          <a:xfrm>
            <a:off x="1657800" y="4769280"/>
            <a:ext cx="367200" cy="367200"/>
          </a:xfrm>
          <a:custGeom>
            <a:avLst/>
            <a:gdLst/>
            <a:ahLst/>
            <a:cxnLst/>
            <a:rect l="0" t="0" r="r" b="b"/>
            <a:pathLst>
              <a:path w="1020" h="1020">
                <a:moveTo>
                  <a:pt x="1020" y="511"/>
                </a:moveTo>
                <a:cubicBezTo>
                  <a:pt x="1020" y="544"/>
                  <a:pt x="1017" y="577"/>
                  <a:pt x="1011" y="610"/>
                </a:cubicBezTo>
                <a:cubicBezTo>
                  <a:pt x="1004" y="643"/>
                  <a:pt x="993" y="675"/>
                  <a:pt x="981" y="706"/>
                </a:cubicBezTo>
                <a:cubicBezTo>
                  <a:pt x="968" y="737"/>
                  <a:pt x="952" y="766"/>
                  <a:pt x="933" y="794"/>
                </a:cubicBezTo>
                <a:cubicBezTo>
                  <a:pt x="915" y="822"/>
                  <a:pt x="894" y="847"/>
                  <a:pt x="870" y="871"/>
                </a:cubicBezTo>
                <a:cubicBezTo>
                  <a:pt x="846" y="895"/>
                  <a:pt x="821" y="916"/>
                  <a:pt x="793" y="935"/>
                </a:cubicBezTo>
                <a:cubicBezTo>
                  <a:pt x="765" y="953"/>
                  <a:pt x="736" y="969"/>
                  <a:pt x="705" y="982"/>
                </a:cubicBezTo>
                <a:cubicBezTo>
                  <a:pt x="674" y="994"/>
                  <a:pt x="642" y="1004"/>
                  <a:pt x="609" y="1011"/>
                </a:cubicBezTo>
                <a:cubicBezTo>
                  <a:pt x="576" y="1017"/>
                  <a:pt x="543" y="1020"/>
                  <a:pt x="510" y="1020"/>
                </a:cubicBezTo>
                <a:cubicBezTo>
                  <a:pt x="476" y="1020"/>
                  <a:pt x="443" y="1017"/>
                  <a:pt x="410" y="1011"/>
                </a:cubicBezTo>
                <a:cubicBezTo>
                  <a:pt x="378" y="1004"/>
                  <a:pt x="346" y="994"/>
                  <a:pt x="315" y="982"/>
                </a:cubicBezTo>
                <a:cubicBezTo>
                  <a:pt x="284" y="969"/>
                  <a:pt x="254" y="953"/>
                  <a:pt x="227" y="935"/>
                </a:cubicBezTo>
                <a:cubicBezTo>
                  <a:pt x="199" y="916"/>
                  <a:pt x="173" y="895"/>
                  <a:pt x="149" y="871"/>
                </a:cubicBezTo>
                <a:cubicBezTo>
                  <a:pt x="126" y="847"/>
                  <a:pt x="105" y="822"/>
                  <a:pt x="86" y="794"/>
                </a:cubicBezTo>
                <a:cubicBezTo>
                  <a:pt x="67" y="766"/>
                  <a:pt x="52" y="737"/>
                  <a:pt x="39" y="706"/>
                </a:cubicBezTo>
                <a:cubicBezTo>
                  <a:pt x="26" y="675"/>
                  <a:pt x="17" y="643"/>
                  <a:pt x="10" y="610"/>
                </a:cubicBezTo>
                <a:cubicBezTo>
                  <a:pt x="3" y="577"/>
                  <a:pt x="0" y="544"/>
                  <a:pt x="0" y="511"/>
                </a:cubicBezTo>
                <a:cubicBezTo>
                  <a:pt x="0" y="476"/>
                  <a:pt x="3" y="443"/>
                  <a:pt x="10" y="410"/>
                </a:cubicBezTo>
                <a:cubicBezTo>
                  <a:pt x="17" y="378"/>
                  <a:pt x="26" y="346"/>
                  <a:pt x="39" y="315"/>
                </a:cubicBezTo>
                <a:cubicBezTo>
                  <a:pt x="52" y="284"/>
                  <a:pt x="67" y="255"/>
                  <a:pt x="86" y="227"/>
                </a:cubicBezTo>
                <a:cubicBezTo>
                  <a:pt x="105" y="199"/>
                  <a:pt x="126" y="173"/>
                  <a:pt x="149" y="150"/>
                </a:cubicBezTo>
                <a:cubicBezTo>
                  <a:pt x="173" y="126"/>
                  <a:pt x="199" y="105"/>
                  <a:pt x="227" y="86"/>
                </a:cubicBezTo>
                <a:cubicBezTo>
                  <a:pt x="254" y="68"/>
                  <a:pt x="284" y="52"/>
                  <a:pt x="315" y="39"/>
                </a:cubicBezTo>
                <a:cubicBezTo>
                  <a:pt x="346" y="26"/>
                  <a:pt x="378" y="17"/>
                  <a:pt x="410" y="10"/>
                </a:cubicBezTo>
                <a:cubicBezTo>
                  <a:pt x="443" y="4"/>
                  <a:pt x="476" y="0"/>
                  <a:pt x="510" y="0"/>
                </a:cubicBezTo>
                <a:cubicBezTo>
                  <a:pt x="543" y="0"/>
                  <a:pt x="576" y="4"/>
                  <a:pt x="609" y="10"/>
                </a:cubicBezTo>
                <a:cubicBezTo>
                  <a:pt x="642" y="17"/>
                  <a:pt x="674" y="26"/>
                  <a:pt x="705" y="39"/>
                </a:cubicBezTo>
                <a:cubicBezTo>
                  <a:pt x="736" y="52"/>
                  <a:pt x="765" y="68"/>
                  <a:pt x="793" y="86"/>
                </a:cubicBezTo>
                <a:cubicBezTo>
                  <a:pt x="821" y="105"/>
                  <a:pt x="846" y="126"/>
                  <a:pt x="870" y="150"/>
                </a:cubicBezTo>
                <a:cubicBezTo>
                  <a:pt x="894" y="173"/>
                  <a:pt x="915" y="199"/>
                  <a:pt x="933" y="227"/>
                </a:cubicBezTo>
                <a:cubicBezTo>
                  <a:pt x="952" y="255"/>
                  <a:pt x="968" y="284"/>
                  <a:pt x="981" y="315"/>
                </a:cubicBezTo>
                <a:cubicBezTo>
                  <a:pt x="993" y="346"/>
                  <a:pt x="1004" y="378"/>
                  <a:pt x="1011" y="410"/>
                </a:cubicBezTo>
                <a:cubicBezTo>
                  <a:pt x="1017" y="443"/>
                  <a:pt x="1020" y="476"/>
                  <a:pt x="1020" y="511"/>
                </a:cubicBezTo>
                <a:close/>
              </a:path>
            </a:pathLst>
          </a:custGeom>
          <a:solidFill>
            <a:srgbClr val="789C3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8" name="Freeform: Shape 77"/>
          <p:cNvSpPr/>
          <p:nvPr/>
        </p:nvSpPr>
        <p:spPr>
          <a:xfrm>
            <a:off x="1728360" y="4847400"/>
            <a:ext cx="226080" cy="211320"/>
          </a:xfrm>
          <a:custGeom>
            <a:avLst/>
            <a:gdLst/>
            <a:ahLst/>
            <a:cxnLst/>
            <a:rect l="0" t="0" r="r" b="b"/>
            <a:pathLst>
              <a:path w="628" h="587">
                <a:moveTo>
                  <a:pt x="589" y="97"/>
                </a:moveTo>
                <a:lnTo>
                  <a:pt x="432" y="97"/>
                </a:lnTo>
                <a:lnTo>
                  <a:pt x="432" y="59"/>
                </a:lnTo>
                <a:cubicBezTo>
                  <a:pt x="432" y="26"/>
                  <a:pt x="405" y="0"/>
                  <a:pt x="373" y="0"/>
                </a:cubicBezTo>
                <a:lnTo>
                  <a:pt x="255" y="0"/>
                </a:lnTo>
                <a:cubicBezTo>
                  <a:pt x="223" y="0"/>
                  <a:pt x="196" y="26"/>
                  <a:pt x="196" y="59"/>
                </a:cubicBezTo>
                <a:lnTo>
                  <a:pt x="196" y="97"/>
                </a:lnTo>
                <a:lnTo>
                  <a:pt x="39" y="97"/>
                </a:lnTo>
                <a:cubicBezTo>
                  <a:pt x="18" y="97"/>
                  <a:pt x="0" y="114"/>
                  <a:pt x="0" y="136"/>
                </a:cubicBezTo>
                <a:lnTo>
                  <a:pt x="0" y="548"/>
                </a:lnTo>
                <a:cubicBezTo>
                  <a:pt x="0" y="569"/>
                  <a:pt x="18" y="587"/>
                  <a:pt x="39" y="587"/>
                </a:cubicBezTo>
                <a:lnTo>
                  <a:pt x="589" y="587"/>
                </a:lnTo>
                <a:cubicBezTo>
                  <a:pt x="611" y="587"/>
                  <a:pt x="628" y="569"/>
                  <a:pt x="628" y="548"/>
                </a:cubicBezTo>
                <a:lnTo>
                  <a:pt x="628" y="136"/>
                </a:lnTo>
                <a:cubicBezTo>
                  <a:pt x="628" y="130"/>
                  <a:pt x="627" y="125"/>
                  <a:pt x="625" y="121"/>
                </a:cubicBezTo>
                <a:cubicBezTo>
                  <a:pt x="623" y="116"/>
                  <a:pt x="620" y="112"/>
                  <a:pt x="617" y="108"/>
                </a:cubicBezTo>
                <a:cubicBezTo>
                  <a:pt x="613" y="104"/>
                  <a:pt x="609" y="102"/>
                  <a:pt x="604" y="100"/>
                </a:cubicBezTo>
                <a:cubicBezTo>
                  <a:pt x="599" y="98"/>
                  <a:pt x="594" y="97"/>
                  <a:pt x="589" y="96"/>
                </a:cubicBezTo>
                <a:lnTo>
                  <a:pt x="589" y="97"/>
                </a:lnTo>
                <a:moveTo>
                  <a:pt x="235" y="59"/>
                </a:moveTo>
                <a:cubicBezTo>
                  <a:pt x="235" y="48"/>
                  <a:pt x="244" y="39"/>
                  <a:pt x="255" y="39"/>
                </a:cubicBezTo>
                <a:lnTo>
                  <a:pt x="373" y="39"/>
                </a:lnTo>
                <a:cubicBezTo>
                  <a:pt x="384" y="39"/>
                  <a:pt x="392" y="48"/>
                  <a:pt x="392" y="59"/>
                </a:cubicBezTo>
                <a:lnTo>
                  <a:pt x="392" y="97"/>
                </a:lnTo>
                <a:lnTo>
                  <a:pt x="235" y="97"/>
                </a:lnTo>
                <a:lnTo>
                  <a:pt x="235" y="59"/>
                </a:lnTo>
                <a:moveTo>
                  <a:pt x="39" y="136"/>
                </a:moveTo>
                <a:lnTo>
                  <a:pt x="589" y="136"/>
                </a:lnTo>
                <a:lnTo>
                  <a:pt x="589" y="273"/>
                </a:lnTo>
                <a:lnTo>
                  <a:pt x="372" y="273"/>
                </a:lnTo>
                <a:lnTo>
                  <a:pt x="372" y="253"/>
                </a:lnTo>
                <a:cubicBezTo>
                  <a:pt x="372" y="231"/>
                  <a:pt x="355" y="214"/>
                  <a:pt x="333" y="214"/>
                </a:cubicBezTo>
                <a:lnTo>
                  <a:pt x="294" y="214"/>
                </a:lnTo>
                <a:cubicBezTo>
                  <a:pt x="273" y="214"/>
                  <a:pt x="255" y="231"/>
                  <a:pt x="255" y="253"/>
                </a:cubicBezTo>
                <a:lnTo>
                  <a:pt x="255" y="273"/>
                </a:lnTo>
                <a:lnTo>
                  <a:pt x="39" y="273"/>
                </a:lnTo>
                <a:lnTo>
                  <a:pt x="39" y="136"/>
                </a:lnTo>
                <a:moveTo>
                  <a:pt x="333" y="353"/>
                </a:moveTo>
                <a:lnTo>
                  <a:pt x="294" y="353"/>
                </a:lnTo>
                <a:lnTo>
                  <a:pt x="294" y="253"/>
                </a:lnTo>
                <a:lnTo>
                  <a:pt x="333" y="253"/>
                </a:lnTo>
                <a:lnTo>
                  <a:pt x="333" y="353"/>
                </a:lnTo>
                <a:moveTo>
                  <a:pt x="39" y="548"/>
                </a:moveTo>
                <a:lnTo>
                  <a:pt x="39" y="313"/>
                </a:lnTo>
                <a:lnTo>
                  <a:pt x="255" y="313"/>
                </a:lnTo>
                <a:lnTo>
                  <a:pt x="255" y="353"/>
                </a:lnTo>
                <a:cubicBezTo>
                  <a:pt x="255" y="374"/>
                  <a:pt x="273" y="392"/>
                  <a:pt x="294" y="392"/>
                </a:cubicBezTo>
                <a:lnTo>
                  <a:pt x="333" y="392"/>
                </a:lnTo>
                <a:cubicBezTo>
                  <a:pt x="338" y="392"/>
                  <a:pt x="343" y="391"/>
                  <a:pt x="348" y="389"/>
                </a:cubicBezTo>
                <a:cubicBezTo>
                  <a:pt x="353" y="387"/>
                  <a:pt x="357" y="384"/>
                  <a:pt x="361" y="380"/>
                </a:cubicBezTo>
                <a:cubicBezTo>
                  <a:pt x="365" y="377"/>
                  <a:pt x="367" y="372"/>
                  <a:pt x="369" y="368"/>
                </a:cubicBezTo>
                <a:cubicBezTo>
                  <a:pt x="371" y="363"/>
                  <a:pt x="372" y="358"/>
                  <a:pt x="372" y="353"/>
                </a:cubicBezTo>
                <a:lnTo>
                  <a:pt x="372" y="313"/>
                </a:lnTo>
                <a:lnTo>
                  <a:pt x="589" y="313"/>
                </a:lnTo>
                <a:lnTo>
                  <a:pt x="589" y="548"/>
                </a:lnTo>
                <a:lnTo>
                  <a:pt x="39" y="548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9" name="TextBox 78"/>
          <p:cNvSpPr txBox="1"/>
          <p:nvPr/>
        </p:nvSpPr>
        <p:spPr>
          <a:xfrm>
            <a:off x="1994040" y="1495800"/>
            <a:ext cx="1796040" cy="163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r>
              <a:rPr lang="en-US" sz="1100" b="0" strike="noStrike" spc="-1">
                <a:solidFill>
                  <a:srgbClr val="000000"/>
                </a:solidFill>
                <a:latin typeface="CenturyGothic"/>
                <a:ea typeface="CenturyGothic"/>
              </a:rPr>
              <a:t>2036662@cognizant.com</a:t>
            </a:r>
            <a:endParaRPr lang="en-US" sz="11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Freeform: Shape 79"/>
          <p:cNvSpPr/>
          <p:nvPr/>
        </p:nvSpPr>
        <p:spPr>
          <a:xfrm>
            <a:off x="0" y="-1080"/>
            <a:ext cx="1524240" cy="10693800"/>
          </a:xfrm>
          <a:custGeom>
            <a:avLst/>
            <a:gdLst/>
            <a:ahLst/>
            <a:cxnLst/>
            <a:rect l="0" t="0" r="r" b="b"/>
            <a:pathLst>
              <a:path w="4234" h="29705">
                <a:moveTo>
                  <a:pt x="0" y="29705"/>
                </a:moveTo>
                <a:lnTo>
                  <a:pt x="4234" y="29705"/>
                </a:lnTo>
                <a:lnTo>
                  <a:pt x="4234" y="0"/>
                </a:lnTo>
                <a:lnTo>
                  <a:pt x="0" y="0"/>
                </a:lnTo>
                <a:lnTo>
                  <a:pt x="0" y="29705"/>
                </a:lnTo>
                <a:close/>
              </a:path>
            </a:pathLst>
          </a:custGeom>
          <a:solidFill>
            <a:srgbClr val="789C30"/>
          </a:solidFill>
          <a:ln w="12600">
            <a:solidFill>
              <a:srgbClr val="789C30"/>
            </a:solidFill>
            <a:miter/>
          </a:ln>
        </p:spPr>
        <p:txBody>
          <a:bodyPr lIns="6120" tIns="6120" rIns="6120" bIns="612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1" name="Freeform: Shape 80"/>
          <p:cNvSpPr/>
          <p:nvPr/>
        </p:nvSpPr>
        <p:spPr>
          <a:xfrm>
            <a:off x="0" y="304560"/>
            <a:ext cx="1524240" cy="3327840"/>
          </a:xfrm>
          <a:custGeom>
            <a:avLst/>
            <a:gdLst/>
            <a:ahLst/>
            <a:cxnLst/>
            <a:rect l="0" t="0" r="r" b="b"/>
            <a:pathLst>
              <a:path w="4234" h="9244">
                <a:moveTo>
                  <a:pt x="0" y="0"/>
                </a:moveTo>
                <a:lnTo>
                  <a:pt x="4234" y="0"/>
                </a:lnTo>
                <a:lnTo>
                  <a:pt x="4234" y="9244"/>
                </a:lnTo>
                <a:lnTo>
                  <a:pt x="0" y="9244"/>
                </a:lnTo>
                <a:lnTo>
                  <a:pt x="0" y="0"/>
                </a:lnTo>
                <a:close/>
              </a:path>
            </a:pathLst>
          </a:custGeom>
          <a:solidFill>
            <a:srgbClr val="789C3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2" name="Freeform: Shape 81"/>
          <p:cNvSpPr/>
          <p:nvPr/>
        </p:nvSpPr>
        <p:spPr>
          <a:xfrm>
            <a:off x="1828440" y="304560"/>
            <a:ext cx="13320" cy="813240"/>
          </a:xfrm>
          <a:custGeom>
            <a:avLst/>
            <a:gdLst/>
            <a:ahLst/>
            <a:cxnLst/>
            <a:rect l="0" t="0" r="r" b="b"/>
            <a:pathLst>
              <a:path w="37" h="2259">
                <a:moveTo>
                  <a:pt x="0" y="0"/>
                </a:moveTo>
                <a:lnTo>
                  <a:pt x="37" y="0"/>
                </a:lnTo>
                <a:lnTo>
                  <a:pt x="37" y="2259"/>
                </a:lnTo>
                <a:lnTo>
                  <a:pt x="0" y="2259"/>
                </a:lnTo>
                <a:lnTo>
                  <a:pt x="0" y="0"/>
                </a:lnTo>
                <a:close/>
              </a:path>
            </a:pathLst>
          </a:custGeom>
          <a:solidFill>
            <a:srgbClr val="CCCCCC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3" name="TextBox 82"/>
          <p:cNvSpPr txBox="1"/>
          <p:nvPr/>
        </p:nvSpPr>
        <p:spPr>
          <a:xfrm>
            <a:off x="2362320" y="327600"/>
            <a:ext cx="5106240" cy="163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r>
              <a:rPr lang="en-US" sz="1100" b="0" strike="noStrike" spc="-1">
                <a:solidFill>
                  <a:srgbClr val="000000"/>
                </a:solidFill>
                <a:latin typeface="CenturyGothic"/>
                <a:ea typeface="CenturyGothic"/>
              </a:rPr>
              <a:t>Client 3 – MACY'S – It is one of the largest retail department store chains</a:t>
            </a:r>
            <a:endParaRPr lang="en-US" sz="11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4" name="TextBox 83"/>
          <p:cNvSpPr txBox="1"/>
          <p:nvPr/>
        </p:nvSpPr>
        <p:spPr>
          <a:xfrm>
            <a:off x="2362320" y="530640"/>
            <a:ext cx="5042160" cy="163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r>
              <a:rPr lang="en-US" sz="1100" b="0" strike="noStrike" spc="-1">
                <a:solidFill>
                  <a:srgbClr val="000000"/>
                </a:solidFill>
                <a:latin typeface="CenturyGothic"/>
                <a:ea typeface="CenturyGothic"/>
              </a:rPr>
              <a:t>in the United States, known for selling a wide range of products such as</a:t>
            </a:r>
            <a:endParaRPr lang="en-US" sz="11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5" name="TextBox 84"/>
          <p:cNvSpPr txBox="1"/>
          <p:nvPr/>
        </p:nvSpPr>
        <p:spPr>
          <a:xfrm>
            <a:off x="2362320" y="734040"/>
            <a:ext cx="3975480" cy="163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r>
              <a:rPr lang="en-US" sz="1100" b="0" strike="noStrike" spc="-1">
                <a:solidFill>
                  <a:srgbClr val="000000"/>
                </a:solidFill>
                <a:latin typeface="CenturyGothic"/>
                <a:ea typeface="CenturyGothic"/>
              </a:rPr>
              <a:t>clothing, accessories, cosmetics, home goods and more.</a:t>
            </a:r>
            <a:endParaRPr lang="en-US" sz="11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6" name="TextBox 85"/>
          <p:cNvSpPr txBox="1"/>
          <p:nvPr/>
        </p:nvSpPr>
        <p:spPr>
          <a:xfrm>
            <a:off x="2197080" y="315720"/>
            <a:ext cx="151920" cy="178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r>
              <a:rPr lang="en-US" sz="1200" b="0" strike="noStrike" spc="-1">
                <a:solidFill>
                  <a:srgbClr val="000000"/>
                </a:solidFill>
                <a:latin typeface="CenturyGothic"/>
                <a:ea typeface="CenturyGothic"/>
              </a:rPr>
              <a:t>•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7" name="TextBox 86"/>
          <p:cNvSpPr txBox="1"/>
          <p:nvPr/>
        </p:nvSpPr>
        <p:spPr>
          <a:xfrm>
            <a:off x="2362320" y="937080"/>
            <a:ext cx="1937880" cy="163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r>
              <a:rPr lang="en-US" sz="1100" b="0" strike="noStrike" spc="-1">
                <a:solidFill>
                  <a:srgbClr val="000000"/>
                </a:solidFill>
                <a:latin typeface="CenturyGothic"/>
                <a:ea typeface="CenturyGothic"/>
              </a:rPr>
              <a:t>Environment- Development</a:t>
            </a:r>
            <a:endParaRPr lang="en-US" sz="11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8" name="Freeform: Shape 87"/>
          <p:cNvSpPr/>
          <p:nvPr/>
        </p:nvSpPr>
        <p:spPr>
          <a:xfrm>
            <a:off x="1828440" y="1117440"/>
            <a:ext cx="13320" cy="1003680"/>
          </a:xfrm>
          <a:custGeom>
            <a:avLst/>
            <a:gdLst/>
            <a:ahLst/>
            <a:cxnLst/>
            <a:rect l="0" t="0" r="r" b="b"/>
            <a:pathLst>
              <a:path w="37" h="2788">
                <a:moveTo>
                  <a:pt x="0" y="0"/>
                </a:moveTo>
                <a:lnTo>
                  <a:pt x="37" y="0"/>
                </a:lnTo>
                <a:lnTo>
                  <a:pt x="37" y="2788"/>
                </a:lnTo>
                <a:lnTo>
                  <a:pt x="0" y="2788"/>
                </a:lnTo>
                <a:lnTo>
                  <a:pt x="0" y="0"/>
                </a:lnTo>
                <a:close/>
              </a:path>
            </a:pathLst>
          </a:custGeom>
          <a:solidFill>
            <a:srgbClr val="CCCCCC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9" name="TextBox 88"/>
          <p:cNvSpPr txBox="1"/>
          <p:nvPr/>
        </p:nvSpPr>
        <p:spPr>
          <a:xfrm>
            <a:off x="2197080" y="925200"/>
            <a:ext cx="151920" cy="178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r>
              <a:rPr lang="en-US" sz="1200" b="0" strike="noStrike" spc="-1">
                <a:solidFill>
                  <a:srgbClr val="000000"/>
                </a:solidFill>
                <a:latin typeface="CenturyGothic"/>
                <a:ea typeface="CenturyGothic"/>
              </a:rPr>
              <a:t>•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0" name="TextBox 89"/>
          <p:cNvSpPr txBox="1"/>
          <p:nvPr/>
        </p:nvSpPr>
        <p:spPr>
          <a:xfrm>
            <a:off x="2158920" y="1322640"/>
            <a:ext cx="1137600" cy="235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r>
              <a:rPr lang="en-US" sz="1600" b="1" strike="noStrike" spc="-1">
                <a:solidFill>
                  <a:srgbClr val="789C30"/>
                </a:solidFill>
                <a:latin typeface="CenturyGothic"/>
                <a:ea typeface="CenturyGothic"/>
              </a:rPr>
              <a:t>Education</a:t>
            </a:r>
            <a:endParaRPr lang="en-US" sz="16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1" name="TextBox 90"/>
          <p:cNvSpPr txBox="1"/>
          <p:nvPr/>
        </p:nvSpPr>
        <p:spPr>
          <a:xfrm>
            <a:off x="2158920" y="1702080"/>
            <a:ext cx="1971360" cy="209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r>
              <a:rPr lang="en-US" sz="1400" b="1" strike="noStrike" spc="-1">
                <a:solidFill>
                  <a:srgbClr val="000000"/>
                </a:solidFill>
                <a:latin typeface="CenturyGothic"/>
                <a:ea typeface="CenturyGothic"/>
              </a:rPr>
              <a:t>Bachelor of Science</a:t>
            </a:r>
            <a:endParaRPr lang="en-U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2" name="Freeform: Shape 91"/>
          <p:cNvSpPr/>
          <p:nvPr/>
        </p:nvSpPr>
        <p:spPr>
          <a:xfrm>
            <a:off x="1828440" y="2120760"/>
            <a:ext cx="13320" cy="1194120"/>
          </a:xfrm>
          <a:custGeom>
            <a:avLst/>
            <a:gdLst/>
            <a:ahLst/>
            <a:cxnLst/>
            <a:rect l="0" t="0" r="r" b="b"/>
            <a:pathLst>
              <a:path w="37" h="3317">
                <a:moveTo>
                  <a:pt x="0" y="0"/>
                </a:moveTo>
                <a:lnTo>
                  <a:pt x="37" y="0"/>
                </a:lnTo>
                <a:lnTo>
                  <a:pt x="37" y="3317"/>
                </a:lnTo>
                <a:lnTo>
                  <a:pt x="0" y="3317"/>
                </a:lnTo>
                <a:lnTo>
                  <a:pt x="0" y="0"/>
                </a:lnTo>
                <a:close/>
              </a:path>
            </a:pathLst>
          </a:custGeom>
          <a:solidFill>
            <a:srgbClr val="CCCCCC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3" name="TextBox 92"/>
          <p:cNvSpPr txBox="1"/>
          <p:nvPr/>
        </p:nvSpPr>
        <p:spPr>
          <a:xfrm>
            <a:off x="2158920" y="1940400"/>
            <a:ext cx="1524600" cy="163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r>
              <a:rPr lang="en-US" sz="1100" b="0" i="1" strike="noStrike" spc="-1">
                <a:solidFill>
                  <a:srgbClr val="000000"/>
                </a:solidFill>
                <a:latin typeface="CenturyGothic"/>
                <a:ea typeface="CenturyGothic"/>
              </a:rPr>
              <a:t>Sastra University SRC</a:t>
            </a:r>
            <a:endParaRPr lang="en-US" sz="11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4" name="TextBox 93"/>
          <p:cNvSpPr txBox="1"/>
          <p:nvPr/>
        </p:nvSpPr>
        <p:spPr>
          <a:xfrm>
            <a:off x="2158920" y="2325960"/>
            <a:ext cx="1779120" cy="235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r>
              <a:rPr lang="en-US" sz="1600" b="1" strike="noStrike" spc="-1">
                <a:solidFill>
                  <a:srgbClr val="789C30"/>
                </a:solidFill>
                <a:latin typeface="CenturyGothic"/>
                <a:ea typeface="CenturyGothic"/>
              </a:rPr>
              <a:t>ACHIEVEMENTS</a:t>
            </a:r>
            <a:endParaRPr lang="en-US" sz="16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5" name="TextBox 94"/>
          <p:cNvSpPr txBox="1"/>
          <p:nvPr/>
        </p:nvSpPr>
        <p:spPr>
          <a:xfrm>
            <a:off x="2158920" y="2727720"/>
            <a:ext cx="4920120" cy="163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r>
              <a:rPr lang="en-US" sz="1100" b="0" strike="noStrike" spc="-1">
                <a:solidFill>
                  <a:srgbClr val="000000"/>
                </a:solidFill>
                <a:latin typeface="CenturyGothic"/>
                <a:ea typeface="CenturyGothic"/>
              </a:rPr>
              <a:t>APPRECIATION FOR WORK - Received appreciation from Client service</a:t>
            </a:r>
            <a:endParaRPr lang="en-US" sz="11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6" name="TextBox 95"/>
          <p:cNvSpPr txBox="1"/>
          <p:nvPr/>
        </p:nvSpPr>
        <p:spPr>
          <a:xfrm>
            <a:off x="2158920" y="2931120"/>
            <a:ext cx="5203800" cy="163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r>
              <a:rPr lang="en-US" sz="1100" b="0" strike="noStrike" spc="-1">
                <a:solidFill>
                  <a:srgbClr val="000000"/>
                </a:solidFill>
                <a:latin typeface="CenturyGothic"/>
                <a:ea typeface="CenturyGothic"/>
              </a:rPr>
              <a:t>specialist for enhancement in Critical Application and analysing and fixing</a:t>
            </a:r>
            <a:endParaRPr lang="en-US" sz="11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7" name="Freeform: Shape 96"/>
          <p:cNvSpPr/>
          <p:nvPr/>
        </p:nvSpPr>
        <p:spPr>
          <a:xfrm>
            <a:off x="1790640" y="1765080"/>
            <a:ext cx="101880" cy="101880"/>
          </a:xfrm>
          <a:custGeom>
            <a:avLst/>
            <a:gdLst/>
            <a:ahLst/>
            <a:cxnLst/>
            <a:rect l="0" t="0" r="r" b="b"/>
            <a:pathLst>
              <a:path w="283" h="283">
                <a:moveTo>
                  <a:pt x="283" y="142"/>
                </a:moveTo>
                <a:cubicBezTo>
                  <a:pt x="283" y="151"/>
                  <a:pt x="282" y="161"/>
                  <a:pt x="280" y="170"/>
                </a:cubicBezTo>
                <a:cubicBezTo>
                  <a:pt x="278" y="179"/>
                  <a:pt x="276" y="188"/>
                  <a:pt x="272" y="196"/>
                </a:cubicBezTo>
                <a:cubicBezTo>
                  <a:pt x="269" y="205"/>
                  <a:pt x="264" y="213"/>
                  <a:pt x="259" y="221"/>
                </a:cubicBezTo>
                <a:cubicBezTo>
                  <a:pt x="254" y="228"/>
                  <a:pt x="248" y="235"/>
                  <a:pt x="241" y="242"/>
                </a:cubicBezTo>
                <a:cubicBezTo>
                  <a:pt x="234" y="249"/>
                  <a:pt x="227" y="254"/>
                  <a:pt x="219" y="260"/>
                </a:cubicBezTo>
                <a:cubicBezTo>
                  <a:pt x="211" y="265"/>
                  <a:pt x="203" y="269"/>
                  <a:pt x="195" y="273"/>
                </a:cubicBezTo>
                <a:cubicBezTo>
                  <a:pt x="186" y="276"/>
                  <a:pt x="177" y="279"/>
                  <a:pt x="168" y="281"/>
                </a:cubicBezTo>
                <a:cubicBezTo>
                  <a:pt x="159" y="282"/>
                  <a:pt x="150" y="283"/>
                  <a:pt x="141" y="283"/>
                </a:cubicBezTo>
                <a:cubicBezTo>
                  <a:pt x="132" y="283"/>
                  <a:pt x="122" y="282"/>
                  <a:pt x="113" y="281"/>
                </a:cubicBezTo>
                <a:cubicBezTo>
                  <a:pt x="104" y="279"/>
                  <a:pt x="95" y="276"/>
                  <a:pt x="87" y="273"/>
                </a:cubicBezTo>
                <a:cubicBezTo>
                  <a:pt x="78" y="269"/>
                  <a:pt x="70" y="265"/>
                  <a:pt x="62" y="260"/>
                </a:cubicBezTo>
                <a:cubicBezTo>
                  <a:pt x="55" y="254"/>
                  <a:pt x="48" y="249"/>
                  <a:pt x="41" y="242"/>
                </a:cubicBezTo>
                <a:cubicBezTo>
                  <a:pt x="34" y="235"/>
                  <a:pt x="29" y="228"/>
                  <a:pt x="23" y="221"/>
                </a:cubicBezTo>
                <a:cubicBezTo>
                  <a:pt x="18" y="213"/>
                  <a:pt x="14" y="205"/>
                  <a:pt x="10" y="196"/>
                </a:cubicBezTo>
                <a:cubicBezTo>
                  <a:pt x="7" y="188"/>
                  <a:pt x="4" y="179"/>
                  <a:pt x="2" y="170"/>
                </a:cubicBezTo>
                <a:cubicBezTo>
                  <a:pt x="1" y="161"/>
                  <a:pt x="0" y="151"/>
                  <a:pt x="0" y="142"/>
                </a:cubicBezTo>
                <a:cubicBezTo>
                  <a:pt x="0" y="133"/>
                  <a:pt x="1" y="124"/>
                  <a:pt x="2" y="115"/>
                </a:cubicBezTo>
                <a:cubicBezTo>
                  <a:pt x="4" y="106"/>
                  <a:pt x="7" y="97"/>
                  <a:pt x="10" y="88"/>
                </a:cubicBezTo>
                <a:cubicBezTo>
                  <a:pt x="14" y="80"/>
                  <a:pt x="18" y="72"/>
                  <a:pt x="23" y="64"/>
                </a:cubicBezTo>
                <a:cubicBezTo>
                  <a:pt x="29" y="56"/>
                  <a:pt x="34" y="49"/>
                  <a:pt x="41" y="42"/>
                </a:cubicBezTo>
                <a:cubicBezTo>
                  <a:pt x="48" y="36"/>
                  <a:pt x="55" y="29"/>
                  <a:pt x="62" y="24"/>
                </a:cubicBezTo>
                <a:cubicBezTo>
                  <a:pt x="70" y="19"/>
                  <a:pt x="78" y="14"/>
                  <a:pt x="87" y="11"/>
                </a:cubicBezTo>
                <a:cubicBezTo>
                  <a:pt x="95" y="7"/>
                  <a:pt x="104" y="5"/>
                  <a:pt x="113" y="3"/>
                </a:cubicBezTo>
                <a:cubicBezTo>
                  <a:pt x="122" y="1"/>
                  <a:pt x="132" y="0"/>
                  <a:pt x="141" y="0"/>
                </a:cubicBezTo>
                <a:cubicBezTo>
                  <a:pt x="150" y="0"/>
                  <a:pt x="159" y="1"/>
                  <a:pt x="168" y="3"/>
                </a:cubicBezTo>
                <a:cubicBezTo>
                  <a:pt x="177" y="5"/>
                  <a:pt x="186" y="7"/>
                  <a:pt x="195" y="11"/>
                </a:cubicBezTo>
                <a:cubicBezTo>
                  <a:pt x="203" y="14"/>
                  <a:pt x="211" y="19"/>
                  <a:pt x="219" y="24"/>
                </a:cubicBezTo>
                <a:cubicBezTo>
                  <a:pt x="227" y="29"/>
                  <a:pt x="234" y="36"/>
                  <a:pt x="241" y="42"/>
                </a:cubicBezTo>
                <a:cubicBezTo>
                  <a:pt x="248" y="49"/>
                  <a:pt x="254" y="56"/>
                  <a:pt x="259" y="64"/>
                </a:cubicBezTo>
                <a:cubicBezTo>
                  <a:pt x="264" y="72"/>
                  <a:pt x="269" y="80"/>
                  <a:pt x="272" y="88"/>
                </a:cubicBezTo>
                <a:cubicBezTo>
                  <a:pt x="276" y="97"/>
                  <a:pt x="278" y="106"/>
                  <a:pt x="280" y="115"/>
                </a:cubicBezTo>
                <a:cubicBezTo>
                  <a:pt x="282" y="124"/>
                  <a:pt x="283" y="133"/>
                  <a:pt x="283" y="142"/>
                </a:cubicBezTo>
                <a:close/>
              </a:path>
            </a:pathLst>
          </a:custGeom>
          <a:solidFill>
            <a:srgbClr val="789C3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8" name="Freeform: Shape 97"/>
          <p:cNvSpPr/>
          <p:nvPr/>
        </p:nvSpPr>
        <p:spPr>
          <a:xfrm>
            <a:off x="1790640" y="2768400"/>
            <a:ext cx="101880" cy="101880"/>
          </a:xfrm>
          <a:custGeom>
            <a:avLst/>
            <a:gdLst/>
            <a:ahLst/>
            <a:cxnLst/>
            <a:rect l="0" t="0" r="r" b="b"/>
            <a:pathLst>
              <a:path w="283" h="283">
                <a:moveTo>
                  <a:pt x="283" y="142"/>
                </a:moveTo>
                <a:cubicBezTo>
                  <a:pt x="283" y="151"/>
                  <a:pt x="282" y="161"/>
                  <a:pt x="280" y="170"/>
                </a:cubicBezTo>
                <a:cubicBezTo>
                  <a:pt x="278" y="179"/>
                  <a:pt x="276" y="188"/>
                  <a:pt x="272" y="196"/>
                </a:cubicBezTo>
                <a:cubicBezTo>
                  <a:pt x="269" y="205"/>
                  <a:pt x="264" y="213"/>
                  <a:pt x="259" y="221"/>
                </a:cubicBezTo>
                <a:cubicBezTo>
                  <a:pt x="254" y="228"/>
                  <a:pt x="248" y="235"/>
                  <a:pt x="241" y="242"/>
                </a:cubicBezTo>
                <a:cubicBezTo>
                  <a:pt x="234" y="248"/>
                  <a:pt x="227" y="254"/>
                  <a:pt x="219" y="259"/>
                </a:cubicBezTo>
                <a:cubicBezTo>
                  <a:pt x="211" y="265"/>
                  <a:pt x="203" y="269"/>
                  <a:pt x="195" y="273"/>
                </a:cubicBezTo>
                <a:cubicBezTo>
                  <a:pt x="186" y="276"/>
                  <a:pt x="177" y="279"/>
                  <a:pt x="168" y="281"/>
                </a:cubicBezTo>
                <a:cubicBezTo>
                  <a:pt x="159" y="282"/>
                  <a:pt x="150" y="283"/>
                  <a:pt x="141" y="283"/>
                </a:cubicBezTo>
                <a:cubicBezTo>
                  <a:pt x="132" y="283"/>
                  <a:pt x="122" y="282"/>
                  <a:pt x="113" y="281"/>
                </a:cubicBezTo>
                <a:cubicBezTo>
                  <a:pt x="104" y="279"/>
                  <a:pt x="95" y="276"/>
                  <a:pt x="87" y="273"/>
                </a:cubicBezTo>
                <a:cubicBezTo>
                  <a:pt x="78" y="269"/>
                  <a:pt x="70" y="265"/>
                  <a:pt x="62" y="259"/>
                </a:cubicBezTo>
                <a:cubicBezTo>
                  <a:pt x="55" y="254"/>
                  <a:pt x="48" y="248"/>
                  <a:pt x="41" y="242"/>
                </a:cubicBezTo>
                <a:cubicBezTo>
                  <a:pt x="34" y="235"/>
                  <a:pt x="29" y="228"/>
                  <a:pt x="23" y="221"/>
                </a:cubicBezTo>
                <a:cubicBezTo>
                  <a:pt x="18" y="213"/>
                  <a:pt x="14" y="205"/>
                  <a:pt x="10" y="196"/>
                </a:cubicBezTo>
                <a:cubicBezTo>
                  <a:pt x="7" y="188"/>
                  <a:pt x="4" y="179"/>
                  <a:pt x="2" y="170"/>
                </a:cubicBezTo>
                <a:cubicBezTo>
                  <a:pt x="1" y="161"/>
                  <a:pt x="0" y="151"/>
                  <a:pt x="0" y="142"/>
                </a:cubicBezTo>
                <a:cubicBezTo>
                  <a:pt x="0" y="133"/>
                  <a:pt x="1" y="124"/>
                  <a:pt x="2" y="115"/>
                </a:cubicBezTo>
                <a:cubicBezTo>
                  <a:pt x="4" y="106"/>
                  <a:pt x="7" y="97"/>
                  <a:pt x="10" y="88"/>
                </a:cubicBezTo>
                <a:cubicBezTo>
                  <a:pt x="14" y="80"/>
                  <a:pt x="18" y="71"/>
                  <a:pt x="23" y="63"/>
                </a:cubicBezTo>
                <a:cubicBezTo>
                  <a:pt x="29" y="55"/>
                  <a:pt x="34" y="48"/>
                  <a:pt x="41" y="41"/>
                </a:cubicBezTo>
                <a:cubicBezTo>
                  <a:pt x="48" y="35"/>
                  <a:pt x="55" y="29"/>
                  <a:pt x="62" y="24"/>
                </a:cubicBezTo>
                <a:cubicBezTo>
                  <a:pt x="70" y="19"/>
                  <a:pt x="78" y="14"/>
                  <a:pt x="87" y="11"/>
                </a:cubicBezTo>
                <a:cubicBezTo>
                  <a:pt x="95" y="7"/>
                  <a:pt x="104" y="5"/>
                  <a:pt x="113" y="3"/>
                </a:cubicBezTo>
                <a:cubicBezTo>
                  <a:pt x="122" y="1"/>
                  <a:pt x="132" y="0"/>
                  <a:pt x="141" y="0"/>
                </a:cubicBezTo>
                <a:cubicBezTo>
                  <a:pt x="150" y="0"/>
                  <a:pt x="159" y="1"/>
                  <a:pt x="168" y="3"/>
                </a:cubicBezTo>
                <a:cubicBezTo>
                  <a:pt x="177" y="5"/>
                  <a:pt x="186" y="7"/>
                  <a:pt x="195" y="11"/>
                </a:cubicBezTo>
                <a:cubicBezTo>
                  <a:pt x="203" y="14"/>
                  <a:pt x="211" y="19"/>
                  <a:pt x="219" y="24"/>
                </a:cubicBezTo>
                <a:cubicBezTo>
                  <a:pt x="227" y="29"/>
                  <a:pt x="234" y="35"/>
                  <a:pt x="241" y="41"/>
                </a:cubicBezTo>
                <a:cubicBezTo>
                  <a:pt x="248" y="48"/>
                  <a:pt x="254" y="55"/>
                  <a:pt x="259" y="63"/>
                </a:cubicBezTo>
                <a:cubicBezTo>
                  <a:pt x="264" y="71"/>
                  <a:pt x="269" y="80"/>
                  <a:pt x="272" y="88"/>
                </a:cubicBezTo>
                <a:cubicBezTo>
                  <a:pt x="276" y="97"/>
                  <a:pt x="278" y="106"/>
                  <a:pt x="280" y="115"/>
                </a:cubicBezTo>
                <a:cubicBezTo>
                  <a:pt x="282" y="124"/>
                  <a:pt x="283" y="133"/>
                  <a:pt x="283" y="142"/>
                </a:cubicBezTo>
                <a:close/>
              </a:path>
            </a:pathLst>
          </a:custGeom>
          <a:solidFill>
            <a:srgbClr val="789C3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9" name="Freeform: Shape 98"/>
          <p:cNvSpPr/>
          <p:nvPr/>
        </p:nvSpPr>
        <p:spPr>
          <a:xfrm>
            <a:off x="1657800" y="1264320"/>
            <a:ext cx="367200" cy="367200"/>
          </a:xfrm>
          <a:custGeom>
            <a:avLst/>
            <a:gdLst/>
            <a:ahLst/>
            <a:cxnLst/>
            <a:rect l="0" t="0" r="r" b="b"/>
            <a:pathLst>
              <a:path w="1020" h="1020">
                <a:moveTo>
                  <a:pt x="1020" y="510"/>
                </a:moveTo>
                <a:cubicBezTo>
                  <a:pt x="1020" y="544"/>
                  <a:pt x="1017" y="577"/>
                  <a:pt x="1011" y="610"/>
                </a:cubicBezTo>
                <a:cubicBezTo>
                  <a:pt x="1004" y="642"/>
                  <a:pt x="993" y="674"/>
                  <a:pt x="981" y="705"/>
                </a:cubicBezTo>
                <a:cubicBezTo>
                  <a:pt x="968" y="736"/>
                  <a:pt x="952" y="765"/>
                  <a:pt x="933" y="793"/>
                </a:cubicBezTo>
                <a:cubicBezTo>
                  <a:pt x="915" y="821"/>
                  <a:pt x="894" y="847"/>
                  <a:pt x="870" y="870"/>
                </a:cubicBezTo>
                <a:cubicBezTo>
                  <a:pt x="846" y="894"/>
                  <a:pt x="821" y="915"/>
                  <a:pt x="793" y="934"/>
                </a:cubicBezTo>
                <a:cubicBezTo>
                  <a:pt x="765" y="952"/>
                  <a:pt x="736" y="968"/>
                  <a:pt x="705" y="981"/>
                </a:cubicBezTo>
                <a:cubicBezTo>
                  <a:pt x="674" y="994"/>
                  <a:pt x="642" y="1003"/>
                  <a:pt x="609" y="1010"/>
                </a:cubicBezTo>
                <a:cubicBezTo>
                  <a:pt x="576" y="1016"/>
                  <a:pt x="543" y="1020"/>
                  <a:pt x="510" y="1020"/>
                </a:cubicBezTo>
                <a:cubicBezTo>
                  <a:pt x="476" y="1020"/>
                  <a:pt x="443" y="1016"/>
                  <a:pt x="410" y="1010"/>
                </a:cubicBezTo>
                <a:cubicBezTo>
                  <a:pt x="378" y="1003"/>
                  <a:pt x="346" y="994"/>
                  <a:pt x="315" y="981"/>
                </a:cubicBezTo>
                <a:cubicBezTo>
                  <a:pt x="284" y="968"/>
                  <a:pt x="254" y="952"/>
                  <a:pt x="227" y="934"/>
                </a:cubicBezTo>
                <a:cubicBezTo>
                  <a:pt x="199" y="915"/>
                  <a:pt x="173" y="894"/>
                  <a:pt x="149" y="870"/>
                </a:cubicBezTo>
                <a:cubicBezTo>
                  <a:pt x="126" y="847"/>
                  <a:pt x="105" y="821"/>
                  <a:pt x="86" y="793"/>
                </a:cubicBezTo>
                <a:cubicBezTo>
                  <a:pt x="67" y="765"/>
                  <a:pt x="52" y="736"/>
                  <a:pt x="39" y="705"/>
                </a:cubicBezTo>
                <a:cubicBezTo>
                  <a:pt x="26" y="674"/>
                  <a:pt x="17" y="642"/>
                  <a:pt x="10" y="610"/>
                </a:cubicBezTo>
                <a:cubicBezTo>
                  <a:pt x="3" y="577"/>
                  <a:pt x="0" y="544"/>
                  <a:pt x="0" y="510"/>
                </a:cubicBezTo>
                <a:cubicBezTo>
                  <a:pt x="0" y="477"/>
                  <a:pt x="3" y="444"/>
                  <a:pt x="10" y="411"/>
                </a:cubicBezTo>
                <a:cubicBezTo>
                  <a:pt x="17" y="378"/>
                  <a:pt x="26" y="346"/>
                  <a:pt x="39" y="315"/>
                </a:cubicBezTo>
                <a:cubicBezTo>
                  <a:pt x="52" y="284"/>
                  <a:pt x="67" y="255"/>
                  <a:pt x="86" y="227"/>
                </a:cubicBezTo>
                <a:cubicBezTo>
                  <a:pt x="105" y="199"/>
                  <a:pt x="126" y="174"/>
                  <a:pt x="149" y="150"/>
                </a:cubicBezTo>
                <a:cubicBezTo>
                  <a:pt x="173" y="126"/>
                  <a:pt x="199" y="105"/>
                  <a:pt x="227" y="86"/>
                </a:cubicBezTo>
                <a:cubicBezTo>
                  <a:pt x="254" y="68"/>
                  <a:pt x="284" y="51"/>
                  <a:pt x="315" y="38"/>
                </a:cubicBezTo>
                <a:cubicBezTo>
                  <a:pt x="346" y="26"/>
                  <a:pt x="378" y="16"/>
                  <a:pt x="410" y="9"/>
                </a:cubicBezTo>
                <a:cubicBezTo>
                  <a:pt x="443" y="3"/>
                  <a:pt x="476" y="0"/>
                  <a:pt x="510" y="0"/>
                </a:cubicBezTo>
                <a:cubicBezTo>
                  <a:pt x="543" y="0"/>
                  <a:pt x="576" y="3"/>
                  <a:pt x="609" y="9"/>
                </a:cubicBezTo>
                <a:cubicBezTo>
                  <a:pt x="642" y="16"/>
                  <a:pt x="674" y="26"/>
                  <a:pt x="705" y="38"/>
                </a:cubicBezTo>
                <a:cubicBezTo>
                  <a:pt x="736" y="51"/>
                  <a:pt x="765" y="68"/>
                  <a:pt x="793" y="86"/>
                </a:cubicBezTo>
                <a:cubicBezTo>
                  <a:pt x="821" y="105"/>
                  <a:pt x="846" y="126"/>
                  <a:pt x="870" y="150"/>
                </a:cubicBezTo>
                <a:cubicBezTo>
                  <a:pt x="894" y="174"/>
                  <a:pt x="915" y="199"/>
                  <a:pt x="933" y="227"/>
                </a:cubicBezTo>
                <a:cubicBezTo>
                  <a:pt x="952" y="255"/>
                  <a:pt x="968" y="284"/>
                  <a:pt x="981" y="315"/>
                </a:cubicBezTo>
                <a:cubicBezTo>
                  <a:pt x="993" y="346"/>
                  <a:pt x="1004" y="378"/>
                  <a:pt x="1011" y="411"/>
                </a:cubicBezTo>
                <a:cubicBezTo>
                  <a:pt x="1017" y="444"/>
                  <a:pt x="1020" y="477"/>
                  <a:pt x="1020" y="510"/>
                </a:cubicBezTo>
                <a:close/>
              </a:path>
            </a:pathLst>
          </a:custGeom>
          <a:solidFill>
            <a:srgbClr val="789C3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0" name="Freeform: Shape 99"/>
          <p:cNvSpPr/>
          <p:nvPr/>
        </p:nvSpPr>
        <p:spPr>
          <a:xfrm>
            <a:off x="1728360" y="1346760"/>
            <a:ext cx="226080" cy="201960"/>
          </a:xfrm>
          <a:custGeom>
            <a:avLst/>
            <a:gdLst/>
            <a:ahLst/>
            <a:cxnLst/>
            <a:rect l="0" t="0" r="r" b="b"/>
            <a:pathLst>
              <a:path w="628" h="561">
                <a:moveTo>
                  <a:pt x="608" y="409"/>
                </a:moveTo>
                <a:lnTo>
                  <a:pt x="608" y="228"/>
                </a:lnTo>
                <a:lnTo>
                  <a:pt x="618" y="223"/>
                </a:lnTo>
                <a:cubicBezTo>
                  <a:pt x="624" y="219"/>
                  <a:pt x="628" y="211"/>
                  <a:pt x="628" y="203"/>
                </a:cubicBezTo>
                <a:cubicBezTo>
                  <a:pt x="628" y="195"/>
                  <a:pt x="625" y="187"/>
                  <a:pt x="618" y="183"/>
                </a:cubicBezTo>
                <a:lnTo>
                  <a:pt x="322" y="3"/>
                </a:lnTo>
                <a:cubicBezTo>
                  <a:pt x="316" y="-1"/>
                  <a:pt x="310" y="-1"/>
                  <a:pt x="303" y="3"/>
                </a:cubicBezTo>
                <a:lnTo>
                  <a:pt x="10" y="183"/>
                </a:lnTo>
                <a:cubicBezTo>
                  <a:pt x="4" y="187"/>
                  <a:pt x="0" y="195"/>
                  <a:pt x="0" y="203"/>
                </a:cubicBezTo>
                <a:cubicBezTo>
                  <a:pt x="0" y="211"/>
                  <a:pt x="4" y="219"/>
                  <a:pt x="10" y="223"/>
                </a:cubicBezTo>
                <a:lnTo>
                  <a:pt x="139" y="301"/>
                </a:lnTo>
                <a:cubicBezTo>
                  <a:pt x="138" y="304"/>
                  <a:pt x="137" y="308"/>
                  <a:pt x="137" y="312"/>
                </a:cubicBezTo>
                <a:lnTo>
                  <a:pt x="137" y="502"/>
                </a:lnTo>
                <a:cubicBezTo>
                  <a:pt x="137" y="509"/>
                  <a:pt x="139" y="515"/>
                  <a:pt x="143" y="519"/>
                </a:cubicBezTo>
                <a:cubicBezTo>
                  <a:pt x="148" y="524"/>
                  <a:pt x="188" y="561"/>
                  <a:pt x="313" y="561"/>
                </a:cubicBezTo>
                <a:cubicBezTo>
                  <a:pt x="437" y="561"/>
                  <a:pt x="479" y="526"/>
                  <a:pt x="483" y="522"/>
                </a:cubicBezTo>
                <a:cubicBezTo>
                  <a:pt x="488" y="517"/>
                  <a:pt x="490" y="511"/>
                  <a:pt x="490" y="504"/>
                </a:cubicBezTo>
                <a:lnTo>
                  <a:pt x="490" y="309"/>
                </a:lnTo>
                <a:cubicBezTo>
                  <a:pt x="490" y="306"/>
                  <a:pt x="490" y="303"/>
                  <a:pt x="489" y="300"/>
                </a:cubicBezTo>
                <a:lnTo>
                  <a:pt x="569" y="252"/>
                </a:lnTo>
                <a:lnTo>
                  <a:pt x="569" y="409"/>
                </a:lnTo>
                <a:cubicBezTo>
                  <a:pt x="557" y="417"/>
                  <a:pt x="549" y="431"/>
                  <a:pt x="549" y="448"/>
                </a:cubicBezTo>
                <a:cubicBezTo>
                  <a:pt x="549" y="473"/>
                  <a:pt x="567" y="494"/>
                  <a:pt x="588" y="494"/>
                </a:cubicBezTo>
                <a:cubicBezTo>
                  <a:pt x="610" y="494"/>
                  <a:pt x="628" y="473"/>
                  <a:pt x="628" y="448"/>
                </a:cubicBezTo>
                <a:cubicBezTo>
                  <a:pt x="628" y="431"/>
                  <a:pt x="620" y="417"/>
                  <a:pt x="608" y="409"/>
                </a:cubicBezTo>
                <a:moveTo>
                  <a:pt x="451" y="491"/>
                </a:moveTo>
                <a:cubicBezTo>
                  <a:pt x="436" y="500"/>
                  <a:pt x="395" y="516"/>
                  <a:pt x="313" y="516"/>
                </a:cubicBezTo>
                <a:cubicBezTo>
                  <a:pt x="230" y="516"/>
                  <a:pt x="190" y="499"/>
                  <a:pt x="176" y="490"/>
                </a:cubicBezTo>
                <a:lnTo>
                  <a:pt x="176" y="323"/>
                </a:lnTo>
                <a:lnTo>
                  <a:pt x="303" y="401"/>
                </a:lnTo>
                <a:cubicBezTo>
                  <a:pt x="309" y="404"/>
                  <a:pt x="315" y="405"/>
                  <a:pt x="321" y="401"/>
                </a:cubicBezTo>
                <a:lnTo>
                  <a:pt x="451" y="323"/>
                </a:lnTo>
                <a:lnTo>
                  <a:pt x="451" y="491"/>
                </a:lnTo>
                <a:moveTo>
                  <a:pt x="313" y="356"/>
                </a:moveTo>
                <a:lnTo>
                  <a:pt x="61" y="203"/>
                </a:lnTo>
                <a:lnTo>
                  <a:pt x="313" y="48"/>
                </a:lnTo>
                <a:lnTo>
                  <a:pt x="567" y="202"/>
                </a:lnTo>
                <a:lnTo>
                  <a:pt x="313" y="356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1" name="Freeform: Shape 100"/>
          <p:cNvSpPr/>
          <p:nvPr/>
        </p:nvSpPr>
        <p:spPr>
          <a:xfrm>
            <a:off x="1657800" y="2267640"/>
            <a:ext cx="367200" cy="367200"/>
          </a:xfrm>
          <a:custGeom>
            <a:avLst/>
            <a:gdLst/>
            <a:ahLst/>
            <a:cxnLst/>
            <a:rect l="0" t="0" r="r" b="b"/>
            <a:pathLst>
              <a:path w="1020" h="1020">
                <a:moveTo>
                  <a:pt x="1020" y="510"/>
                </a:moveTo>
                <a:cubicBezTo>
                  <a:pt x="1020" y="544"/>
                  <a:pt x="1017" y="577"/>
                  <a:pt x="1011" y="610"/>
                </a:cubicBezTo>
                <a:cubicBezTo>
                  <a:pt x="1004" y="642"/>
                  <a:pt x="993" y="674"/>
                  <a:pt x="981" y="705"/>
                </a:cubicBezTo>
                <a:cubicBezTo>
                  <a:pt x="968" y="736"/>
                  <a:pt x="952" y="765"/>
                  <a:pt x="933" y="793"/>
                </a:cubicBezTo>
                <a:cubicBezTo>
                  <a:pt x="915" y="821"/>
                  <a:pt x="894" y="847"/>
                  <a:pt x="870" y="870"/>
                </a:cubicBezTo>
                <a:cubicBezTo>
                  <a:pt x="846" y="894"/>
                  <a:pt x="821" y="915"/>
                  <a:pt x="793" y="934"/>
                </a:cubicBezTo>
                <a:cubicBezTo>
                  <a:pt x="765" y="952"/>
                  <a:pt x="736" y="968"/>
                  <a:pt x="705" y="981"/>
                </a:cubicBezTo>
                <a:cubicBezTo>
                  <a:pt x="674" y="994"/>
                  <a:pt x="642" y="1003"/>
                  <a:pt x="609" y="1010"/>
                </a:cubicBezTo>
                <a:cubicBezTo>
                  <a:pt x="576" y="1016"/>
                  <a:pt x="543" y="1020"/>
                  <a:pt x="510" y="1020"/>
                </a:cubicBezTo>
                <a:cubicBezTo>
                  <a:pt x="476" y="1020"/>
                  <a:pt x="443" y="1016"/>
                  <a:pt x="410" y="1010"/>
                </a:cubicBezTo>
                <a:cubicBezTo>
                  <a:pt x="378" y="1003"/>
                  <a:pt x="346" y="994"/>
                  <a:pt x="315" y="981"/>
                </a:cubicBezTo>
                <a:cubicBezTo>
                  <a:pt x="284" y="968"/>
                  <a:pt x="254" y="952"/>
                  <a:pt x="227" y="934"/>
                </a:cubicBezTo>
                <a:cubicBezTo>
                  <a:pt x="199" y="915"/>
                  <a:pt x="173" y="894"/>
                  <a:pt x="149" y="870"/>
                </a:cubicBezTo>
                <a:cubicBezTo>
                  <a:pt x="126" y="847"/>
                  <a:pt x="105" y="821"/>
                  <a:pt x="86" y="793"/>
                </a:cubicBezTo>
                <a:cubicBezTo>
                  <a:pt x="67" y="765"/>
                  <a:pt x="52" y="736"/>
                  <a:pt x="39" y="705"/>
                </a:cubicBezTo>
                <a:cubicBezTo>
                  <a:pt x="26" y="674"/>
                  <a:pt x="17" y="642"/>
                  <a:pt x="10" y="610"/>
                </a:cubicBezTo>
                <a:cubicBezTo>
                  <a:pt x="3" y="577"/>
                  <a:pt x="0" y="544"/>
                  <a:pt x="0" y="510"/>
                </a:cubicBezTo>
                <a:cubicBezTo>
                  <a:pt x="0" y="477"/>
                  <a:pt x="3" y="444"/>
                  <a:pt x="10" y="411"/>
                </a:cubicBezTo>
                <a:cubicBezTo>
                  <a:pt x="17" y="378"/>
                  <a:pt x="26" y="346"/>
                  <a:pt x="39" y="314"/>
                </a:cubicBezTo>
                <a:cubicBezTo>
                  <a:pt x="52" y="283"/>
                  <a:pt x="67" y="254"/>
                  <a:pt x="86" y="226"/>
                </a:cubicBezTo>
                <a:cubicBezTo>
                  <a:pt x="105" y="198"/>
                  <a:pt x="126" y="172"/>
                  <a:pt x="149" y="149"/>
                </a:cubicBezTo>
                <a:cubicBezTo>
                  <a:pt x="173" y="125"/>
                  <a:pt x="199" y="104"/>
                  <a:pt x="227" y="85"/>
                </a:cubicBezTo>
                <a:cubicBezTo>
                  <a:pt x="254" y="67"/>
                  <a:pt x="284" y="51"/>
                  <a:pt x="315" y="38"/>
                </a:cubicBezTo>
                <a:cubicBezTo>
                  <a:pt x="346" y="26"/>
                  <a:pt x="378" y="16"/>
                  <a:pt x="410" y="9"/>
                </a:cubicBezTo>
                <a:cubicBezTo>
                  <a:pt x="443" y="3"/>
                  <a:pt x="476" y="0"/>
                  <a:pt x="510" y="0"/>
                </a:cubicBezTo>
                <a:cubicBezTo>
                  <a:pt x="543" y="0"/>
                  <a:pt x="576" y="3"/>
                  <a:pt x="609" y="9"/>
                </a:cubicBezTo>
                <a:cubicBezTo>
                  <a:pt x="642" y="16"/>
                  <a:pt x="674" y="26"/>
                  <a:pt x="705" y="38"/>
                </a:cubicBezTo>
                <a:cubicBezTo>
                  <a:pt x="736" y="51"/>
                  <a:pt x="765" y="67"/>
                  <a:pt x="793" y="85"/>
                </a:cubicBezTo>
                <a:cubicBezTo>
                  <a:pt x="821" y="104"/>
                  <a:pt x="846" y="125"/>
                  <a:pt x="870" y="149"/>
                </a:cubicBezTo>
                <a:cubicBezTo>
                  <a:pt x="894" y="172"/>
                  <a:pt x="915" y="198"/>
                  <a:pt x="933" y="226"/>
                </a:cubicBezTo>
                <a:cubicBezTo>
                  <a:pt x="952" y="254"/>
                  <a:pt x="968" y="283"/>
                  <a:pt x="981" y="314"/>
                </a:cubicBezTo>
                <a:cubicBezTo>
                  <a:pt x="993" y="346"/>
                  <a:pt x="1004" y="378"/>
                  <a:pt x="1011" y="411"/>
                </a:cubicBezTo>
                <a:cubicBezTo>
                  <a:pt x="1017" y="444"/>
                  <a:pt x="1020" y="477"/>
                  <a:pt x="1020" y="510"/>
                </a:cubicBezTo>
                <a:close/>
              </a:path>
            </a:pathLst>
          </a:custGeom>
          <a:solidFill>
            <a:srgbClr val="789C3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2" name="Freeform: Shape 101"/>
          <p:cNvSpPr/>
          <p:nvPr/>
        </p:nvSpPr>
        <p:spPr>
          <a:xfrm>
            <a:off x="1728360" y="2338200"/>
            <a:ext cx="226080" cy="226080"/>
          </a:xfrm>
          <a:custGeom>
            <a:avLst/>
            <a:gdLst/>
            <a:ahLst/>
            <a:cxnLst/>
            <a:rect l="0" t="0" r="r" b="b"/>
            <a:pathLst>
              <a:path w="628" h="628">
                <a:moveTo>
                  <a:pt x="234" y="379"/>
                </a:moveTo>
                <a:lnTo>
                  <a:pt x="234" y="566"/>
                </a:lnTo>
                <a:lnTo>
                  <a:pt x="349" y="467"/>
                </a:lnTo>
                <a:lnTo>
                  <a:pt x="628" y="628"/>
                </a:lnTo>
                <a:lnTo>
                  <a:pt x="467" y="349"/>
                </a:lnTo>
                <a:lnTo>
                  <a:pt x="587" y="234"/>
                </a:lnTo>
                <a:lnTo>
                  <a:pt x="378" y="234"/>
                </a:lnTo>
                <a:lnTo>
                  <a:pt x="279" y="132"/>
                </a:lnTo>
                <a:lnTo>
                  <a:pt x="322" y="87"/>
                </a:lnTo>
                <a:lnTo>
                  <a:pt x="235" y="0"/>
                </a:lnTo>
                <a:lnTo>
                  <a:pt x="0" y="235"/>
                </a:lnTo>
                <a:lnTo>
                  <a:pt x="88" y="323"/>
                </a:lnTo>
                <a:lnTo>
                  <a:pt x="131" y="279"/>
                </a:lnTo>
                <a:lnTo>
                  <a:pt x="234" y="379"/>
                </a:lnTo>
                <a:moveTo>
                  <a:pt x="524" y="524"/>
                </a:moveTo>
                <a:lnTo>
                  <a:pt x="378" y="438"/>
                </a:lnTo>
                <a:lnTo>
                  <a:pt x="438" y="379"/>
                </a:lnTo>
                <a:lnTo>
                  <a:pt x="524" y="524"/>
                </a:lnTo>
                <a:moveTo>
                  <a:pt x="483" y="275"/>
                </a:moveTo>
                <a:lnTo>
                  <a:pt x="275" y="462"/>
                </a:lnTo>
                <a:lnTo>
                  <a:pt x="275" y="358"/>
                </a:lnTo>
                <a:lnTo>
                  <a:pt x="162" y="250"/>
                </a:lnTo>
                <a:lnTo>
                  <a:pt x="249" y="161"/>
                </a:lnTo>
                <a:lnTo>
                  <a:pt x="358" y="275"/>
                </a:lnTo>
                <a:lnTo>
                  <a:pt x="483" y="275"/>
                </a:lnTo>
                <a:moveTo>
                  <a:pt x="88" y="264"/>
                </a:moveTo>
                <a:lnTo>
                  <a:pt x="59" y="235"/>
                </a:lnTo>
                <a:lnTo>
                  <a:pt x="235" y="58"/>
                </a:lnTo>
                <a:lnTo>
                  <a:pt x="264" y="87"/>
                </a:lnTo>
                <a:lnTo>
                  <a:pt x="88" y="264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3" name="TextBox 102"/>
          <p:cNvSpPr txBox="1"/>
          <p:nvPr/>
        </p:nvSpPr>
        <p:spPr>
          <a:xfrm>
            <a:off x="2158920" y="3134160"/>
            <a:ext cx="309960" cy="163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r>
              <a:rPr lang="en-US" sz="1100" b="0" strike="noStrike" spc="-1">
                <a:solidFill>
                  <a:srgbClr val="000000"/>
                </a:solidFill>
                <a:latin typeface="CenturyGothic"/>
                <a:ea typeface="CenturyGothic"/>
              </a:rPr>
              <a:t>bug.</a:t>
            </a:r>
            <a:endParaRPr lang="en-US" sz="11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301</Words>
  <Application>Microsoft Office PowerPoint</Application>
  <PresentationFormat>Custom</PresentationFormat>
  <Paragraphs>66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Arial</vt:lpstr>
      <vt:lpstr>CenturyGothic</vt:lpstr>
      <vt:lpstr>Symbol</vt:lpstr>
      <vt:lpstr>Times New Roman</vt:lpstr>
      <vt:lpstr>Wingdings</vt:lpstr>
      <vt:lpstr>Office Theme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T J, Janani (Cognizant)</dc:creator>
  <cp:lastModifiedBy>T J, Janani (Cognizant)</cp:lastModifiedBy>
  <cp:revision>1</cp:revision>
  <dcterms:modified xsi:type="dcterms:W3CDTF">2026-06-02T15:03:18Z</dcterms:modified>
</cp:coreProperties>
</file>

<file path=docProps/core0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cp:revision>0</cp:revision>
  <dc:subject/>
  <dc:title/>
</cp:coreProperties>
</file>